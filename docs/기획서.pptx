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 점수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4EFE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85</c:v>
                </c:pt>
                <c:pt idx="2">
                  <c:v>150</c:v>
                </c:pt>
                <c:pt idx="3">
                  <c:v>270</c:v>
                </c:pt>
                <c:pt idx="4">
                  <c:v>470</c:v>
                </c:pt>
                <c:pt idx="5">
                  <c:v>820</c:v>
                </c:pt>
                <c:pt idx="6">
                  <c:v>1450</c:v>
                </c:pt>
                <c:pt idx="7">
                  <c:v>2500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4EFE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6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22b4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86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11F"/>
        </a:solidFill>
        <a:ln>
          <a:noFill/>
        </a:ln>
        <a:effectLst/>
      </c:spPr>
    </c:plotArea>
    <c:plotVisOnly val="1"/>
    <c:dispBlanksAs val="span"/>
  </c:chart>
  <c:spPr>
    <a:solidFill>
      <a:srgbClr val="14111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 컨셉과 판. 이 게임의 모든 것이 이 원 위에서 정해진다는 것을 표지에서 미리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칩 × 배수가 이 게임의 전부다. 곱셈이라 한쪽이 0이면 결과도 0에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그림은 설명용 근사가 아니라 게임이 실제로 쓰는 비율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스킵이 없다. 여덟 번의 선택이 그 런의 성격이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축이 셋이고 역할이 갈려 있는 것이 이 게임의 구조적 차별점이다.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제약 여섯이 서로 다른 것을 아프게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발이면 60점. 1라운드는 맨손으로 넘을 수 있게 두고, 그 뒤로 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상수마다 유도하려는 행동이 붙어 있다. 숫자를 감으로 박지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에셋이 0개라는 것이 제약이자 정체성이다.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알고 있는 문제를 적는 것이 신뢰를 만든다. 숨기면 플레이해본 사람이 5분 만에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표지의 판이 다시 나와 문서를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96012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기획서 · 프로토타입 진행 중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85800" y="114300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칩과 다트판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2606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다트를 던지는 손과 판을 읽는 머리가 곱해지는 로그라이트.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조준은 실시간 타이밍이고, 점수는 카지노 칩이 쌓아 올린다.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3886200"/>
            <a:ext cx="1613916" cy="384048"/>
          </a:xfrm>
          <a:prstGeom prst="roundRect">
            <a:avLst>
              <a:gd name="adj" fmla="val 11905"/>
            </a:avLst>
          </a:prstGeom>
          <a:solidFill>
            <a:srgbClr val="14111F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886200"/>
            <a:ext cx="16139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싱글플레이 로그라이트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446020" y="3886200"/>
            <a:ext cx="1367028" cy="384048"/>
          </a:xfrm>
          <a:prstGeom prst="roundRect">
            <a:avLst>
              <a:gd name="adj" fmla="val 11905"/>
            </a:avLst>
          </a:prstGeom>
          <a:solidFill>
            <a:srgbClr val="14111F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46020" y="388620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Godot 4.7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59352" y="3886200"/>
            <a:ext cx="1367028" cy="384048"/>
          </a:xfrm>
          <a:prstGeom prst="roundRect">
            <a:avLst>
              <a:gd name="adj" fmla="val 11905"/>
            </a:avLst>
          </a:prstGeom>
          <a:solidFill>
            <a:srgbClr val="14111F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59352" y="388620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640 × 360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72684" y="3886200"/>
            <a:ext cx="873252" cy="384048"/>
          </a:xfrm>
          <a:prstGeom prst="roundRect">
            <a:avLst>
              <a:gd name="adj" fmla="val 11905"/>
            </a:avLst>
          </a:prstGeom>
          <a:solidFill>
            <a:srgbClr val="14111F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72684" y="3886200"/>
            <a:ext cx="8732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에셋 0개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실력과 빌드가 더해지지 않고 곱해진다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칩 × 배수다. 어디에 꽂혔는가가 앞자리를 정하고,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들고 있는가가 뒷자리를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F8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88036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892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259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78892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288036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89204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89204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4526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중 하나만으로는 여덟 라운드를 못 넘긴다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조준이 완벽해도 빌드가 없으면 6라운드(목표 820점)에서 막히고,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빌드가 좋아도 빗나가면 곱할 것이 없다.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80960" y="1783080"/>
            <a:ext cx="3794760" cy="3108960"/>
          </a:xfrm>
          <a:prstGeom prst="roundRect">
            <a:avLst>
              <a:gd name="adj" fmla="val 2353"/>
            </a:avLst>
          </a:prstGeom>
          <a:solidFill>
            <a:srgbClr val="1B3126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빗나감도 설계다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046720" y="26060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범위가 판보다 넓어 상당수가 빗나간다. 그런데 "빗나가면 점수 +30"이라는 칩이 있다.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벌이 아니라 빌드의 축이 된다.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것이 이 원 위에서 정해진다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35661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칩을 정하고, 링이 배수를 정한다.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754880" y="1965960"/>
            <a:ext cx="128016" cy="256032"/>
          </a:xfrm>
          <a:prstGeom prst="rect">
            <a:avLst/>
          </a:prstGeom>
          <a:solidFill>
            <a:srgbClr val="D84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74920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한복판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7512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50 · 배수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0" y="1874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 – 0.06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441448"/>
            <a:ext cx="128016" cy="256032"/>
          </a:xfrm>
          <a:prstGeom prst="rect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74920" y="2350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75120" y="2350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25 · 배수 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0" y="23500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0.06 – 0.14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754880" y="2916936"/>
            <a:ext cx="128016" cy="256032"/>
          </a:xfrm>
          <a:prstGeom prst="rect">
            <a:avLst/>
          </a:prstGeom>
          <a:solidFill>
            <a:srgbClr val="E8DF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2825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75120" y="28254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 값 · 배수 1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0" y="28254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 – 0.56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754880" y="3392424"/>
            <a:ext cx="128016" cy="256032"/>
          </a:xfrm>
          <a:prstGeom prst="rect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74920" y="33009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트리플 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675120" y="33009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 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144000" y="33009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0.56 – 0.66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54880" y="3867912"/>
            <a:ext cx="128016" cy="256032"/>
          </a:xfrm>
          <a:prstGeom prst="rect">
            <a:avLst/>
          </a:prstGeom>
          <a:solidFill>
            <a:srgbClr val="E8DF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74920" y="37764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단타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75120" y="3776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 값 · 배수 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44000" y="37764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0.66 – 0.90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754880" y="4343400"/>
            <a:ext cx="128016" cy="256032"/>
          </a:xfrm>
          <a:prstGeom prst="rect">
            <a:avLst/>
          </a:prstGeom>
          <a:solidFill>
            <a:srgbClr val="E25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74920" y="4251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 띠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675120" y="4251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 2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144000" y="42519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 – 1.00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54880" y="49377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불이 배수 25가 아니라 칩 25 · 배수 1이라는 점이 이 판의 성격을 정한다.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배수를 키우는 빌드에게 한복판은 안전한 기본값이고, 칩을 키우는 빌드에게는 트리플 띠가 정답이다.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라운드는 네 걸음이다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고르기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정공 · 도전 · 극한 중 하나.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제약을 받을수록 보상이 커진다.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47872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22192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2192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던지기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22192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6개.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목표를 넘긴 순간 끝난다.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9944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84264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84264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84264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· 남은 다트 · 이자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칩이 주는 골드.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72016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6336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46336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46336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 · 개조 1 · 다트 1이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테이블에 떨어진다.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목표를 넘긴 순간 라운드가 끝나고 남은 다트가 골드로 바뀐다.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"안전하게 다 던지기"와 "적은 발로 끝내기"가 매 라운드 저울에 오른다.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정산이 8회가 아니라 7회인 것도 설계다 — 마지막 라운드는 보상 없이 끝난다.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축이 서로를 대체하지 않는다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이 장르는 성장 축이 하나다. 여기는 셋이고, 각자 다른 질문에 답한다.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450592"/>
            <a:ext cx="310896" cy="310896"/>
          </a:xfrm>
          <a:prstGeom prst="ellipse">
            <a:avLst/>
          </a:prstGeom>
          <a:solidFill>
            <a:srgbClr val="3F8F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35608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3F8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22종 · 슬롯 5칸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78408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78408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노릴지를 바꾼다.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78408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조건과 효과의 짝 — "트리플 명중 시 배수 +4".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슬롯이 5칸뿐이라 넣는 것이 곧 빼는 것이다.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62272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2450592"/>
            <a:ext cx="310896" cy="310896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8종 · 슬롯 없음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0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개조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54880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잘 맞출지를 바꾼다.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54880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띠를 넓히고, 옮기고, 하나 더 만들고,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자체를 키운다. 한 종류는 런에 한 번만.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38744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31352" y="2450592"/>
            <a:ext cx="310896" cy="310896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88552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479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5종 · 탄창 6발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31352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31352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던지는 감각을 바꾼다.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31352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무거운 것은 게이지가 느린 대신 배수가 깎이고,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자석은 중심으로 당긴다.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98348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1B3126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512064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칩은 판이 뱉은 결과를 읽고, 개조는 판이 읽는 값을 바꾼다.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개조 하나를 사면 칩 22종의 값어치가 전부 조금씩 움직인다.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라운드 "얼마나 무리할까"를 묻는다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1508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14884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480560" y="1508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874520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정공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148840" y="187452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없음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87452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F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187452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734056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3405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148840" y="2734056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1개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34056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F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2734056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+5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593592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59359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3593592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2개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20440" y="359359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F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×1.25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3593592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+10 · 칩 1개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4526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스킵이 없다. 여덟 번의 선택이 그 런의 성격이 된다.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여섯 가지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75120" y="23774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321040" y="23774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띠 폭 절반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7889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역풍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21040" y="2788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게이지 2배 속도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2004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안개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321040" y="3200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확인 구간 없음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36118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단벌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210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1개 감소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402336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구역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21040" y="40233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칸 점수 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4348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59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둔화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21040" y="4434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하나 봉인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4937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조준을 때리는 것과 빌드를 때리는 것이 반씩이라,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쪽이 약한지가 매번 다르다.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라운드마다 약 1.75배로 오른다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78308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8308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21040" y="21488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F8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10점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321040" y="2880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없는 판에서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하나가 버는 점수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321040" y="3794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1라운드 목표를 45로 둔 것은 아이템 없이도 넘도록 하기 위해서다.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뒤로는 빌드가 지수적으로 자라지 않으면 따라잡을 수 없게 벌어진다.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골드는 네 갈래로 들어오고, 전부 유인이 붙어 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82880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017520" y="1828800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8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0" y="1828800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보상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761488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7614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다트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017520" y="2761488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761488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발로 끝내라 — 넘긴 순간 라운드가 끝나므로 과잉 조준이 손해가 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694176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694176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이자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017520" y="369417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 5당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3694176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 둬라 — 상한 5. 저축과 즉시 구매가 저울에 오른다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626864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221D33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62686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칩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017520" y="4626864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8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정산 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4626864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하나를 수입에 걸어라 — 다섯 종. 골드는 정산에서만 나온다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623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칩은 되팔 수 있다. 구매가의 절반(내림)이라 비싼 칩일수록 팔면 손해고,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되팔기가 자유로운 실험이 아니라 손해를 감수하는 갈아타기가 된다.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파일이 한 장도 없다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· 칩 · 다트 · 카지노 테이블 — 글자를 뺀 모든 것이 코드로 그려진다.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640 × 360 해상도에 최근접 필터라, 이 크기에서 읽히는 것과 안 읽히는 것이 설계를 계속 되돌려 놓는다.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상점은 위에서 비스듬히 내려다본 카지노 테이블이다.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매물이 먼 레일 뒤에서 던져져 펠트에 튕기고 서로 부딪히며 매번 다른 자리에 정착한다.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고정된 진열대가 아니라 물건이 놓인 판이고, 집어서 옮길 수 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6766560" cy="1417320"/>
          </a:xfrm>
          <a:prstGeom prst="roundRect">
            <a:avLst>
              <a:gd name="adj" fmla="val 5161"/>
            </a:avLst>
          </a:prstGeom>
          <a:solidFill>
            <a:srgbClr val="1B3126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526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실루엣이 정보다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8920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아이템은 원반, 개조는 사각판, 다트는 대각 획. 칩 얼굴 위쪽에는 조건을 원시 도형으로 새겼다 — 값만 보이면 "홀수 애호"와 "짝수 애호"가 화면에서 구별되지 않기 때문이다.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0" y="17373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실루엣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2331720"/>
            <a:ext cx="914400" cy="914400"/>
          </a:xfrm>
          <a:prstGeom prst="ellipse">
            <a:avLst/>
          </a:prstGeom>
          <a:solidFill>
            <a:srgbClr val="F2B134"/>
          </a:solidFill>
          <a:ln w="25400">
            <a:solidFill>
              <a:srgbClr val="1411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2440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235440" y="2377440"/>
            <a:ext cx="868680" cy="822960"/>
          </a:xfrm>
          <a:prstGeom prst="rect">
            <a:avLst/>
          </a:prstGeom>
          <a:solidFill>
            <a:srgbClr val="479A58"/>
          </a:solidFill>
          <a:ln w="25400">
            <a:solidFill>
              <a:srgbClr val="1411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33375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378440" y="2377440"/>
            <a:ext cx="868680" cy="822960"/>
          </a:xfrm>
          <a:prstGeom prst="line">
            <a:avLst/>
          </a:prstGeom>
          <a:noFill/>
          <a:ln w="88900">
            <a:solidFill>
              <a:srgbClr val="3F8F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0" y="33375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줄에 나란히 서도 무엇인지 형태만으로 갈린다.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플레이할 수 있는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38528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· 점수 · 라운드 진행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63640" y="1783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— 8라운드 완주 가능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505456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35000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22종 · 개조 8종 · 다트 5종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263640" y="235000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— 수치는 스프레드시트에서 편집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072384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9848" y="29169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(물리 낙하 · 끌어 옮기기 · 두 갈래 구매)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63640" y="2916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3639312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34838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3택 · 제약 6종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3640" y="348386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206240"/>
            <a:ext cx="182880" cy="1828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405079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63640" y="405079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절차적 합성음만 — 음악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4773168"/>
            <a:ext cx="182880" cy="182880"/>
          </a:xfrm>
          <a:prstGeom prst="ellipse">
            <a:avLst/>
          </a:prstGeom>
          <a:solidFill>
            <a:srgbClr val="E25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" y="4617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진행 · 언락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6364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 — 런마다 완전 초기화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5349240"/>
            <a:ext cx="10789920" cy="960120"/>
          </a:xfrm>
          <a:prstGeom prst="roundRect">
            <a:avLst>
              <a:gd name="adj" fmla="val 7619"/>
            </a:avLst>
          </a:prstGeom>
          <a:solidFill>
            <a:srgbClr val="1B3126"/>
          </a:solidFill>
          <a:ln w="12700">
            <a:solidFill>
              <a:srgbClr val="322B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46811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풀 문제 — 중앙 조준이 지나치게 강하다.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불이 칩 25를 주는데 배수를 키우는 칩과 겹치면 한 발이 900점까지 나오고, 중앙은 빗나갈 일도 거의 없다.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판에서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4EF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실력과 빌드가 만난다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85800" y="3749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조준은 읽을 수 있는 패턴이고, 빌드는 곱셈이다.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라운드 동안 매번 "얼마나 무리할까"를 묻는다.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0574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0574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개조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4290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006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48006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59436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A93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진행 중 · Godot 4.7 · 1인 개발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A93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문서의 수치는 전부 현재 빌드의 실제 값이다.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칩과 다트판</dc:title>
  <dc:subject>PptxGenJS Presentation</dc:subject>
  <dc:creator/>
  <cp:lastModifiedBy/>
  <cp:revision>1</cp:revision>
  <dcterms:created xsi:type="dcterms:W3CDTF">2026-08-20T09:06:21Z</dcterms:created>
  <dcterms:modified xsi:type="dcterms:W3CDTF">2026-08-20T09:06:21Z</dcterms:modified>
</cp:coreProperties>
</file>