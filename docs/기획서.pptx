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 문서를 읽는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수치는 전부 지금 도는 빌드에서 나온 값이다. 표에 적힌 숫자와 게임 안의 숫자가 다를 수 없도록, 이 문서의 데이터 표는 프로젝트의 CSV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파일에서 그대로 뽑았다. 발동률과 기여도는 실제 판정 함수에 36만 발을 통과시켜 잰 값이다.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22905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302"/>
                <a:gridCol w="876517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장으로 나눈다. 개요 → 핵심 재미 → 시스템과 규칙 → 조작과 UI → 아이템 → 성장과 경제. 앞 장이 뒷 장의 전제가 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수치의 출처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밸런스 상수는 scripts/data.gd, 아이템 표는 data/.csv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아직 안 정한 것은 「미정」이라 적었다.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게임에는 대사도 컷신도 없다. 세계관은 화면과 물건의 이름으로만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문서는 상업 출시 계획을 다루지 않는다.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46674"/>
                <a:gridCol w="830911"/>
                <a:gridCol w="56778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 선다. 여기서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파는 것은 술이 아니라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넷뿐이고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꽂힌 자리가 앞의 수를 정하고, 들고 있는 칩이 뒤의 수를 정한다. 둘은 더해지지 않고 곱해진다. 그래서 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던지기만 해도, 잘 모으기만 해도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899916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288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예시 —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구조가 만드는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5283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004"/>
                <a:gridCol w="77274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398263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덧셈이 아니라 곱셈으로 묶은 것은, 두 축 중 하나만 파는 플레이를 구조로 막기 위해서다. 더하기였다면 조준을 포기하고 칩만 모으는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띠는 넓이를 가진다. 이 차이가 이 게임이 다트 위에 서는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유일한 이유다.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83664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사거나 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6382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따라오는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개조 「속살」 한 장이 트리플 띠를 0.06 넓히면, 칩을 한 장도 안 사고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 - 조준이 배수에 직접 닿는다. 같은 칩 다섯 장이라도 어디를 노리느냐로 값이 달라진다. - 빗나감이 설계 재료가 된다. 판 밖은 배수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0이 아니라 「빗나감」이라는 조건이다.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61104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「왜 다트판인가」에 대한 답이 이 한 쪽이다. 다른 소재로 바꾸면 이 게임에서 유일하게 대체 불가능한 축이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게임은 발라트로의 정산 구조를 명시적으로 참조한다. 감추는 것보다 무엇을 가져왔고 어디서 갈라지는지 적는 편이 설계를 설명하는 데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낫다.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83664"/>
          <a:ext cx="9555479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4737"/>
                <a:gridCol w="3720072"/>
                <a:gridCol w="42306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 뽑기를 버렸다. 무작위 패 대신 조준이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501도 크리켓도 없다. 규칙이 아니라 판의 형태만 빌렸다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01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경쟁작과 갈라지는 지점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1. 조준과 착탄에 난수가 0이다. 게이지는 주기 1.0의 삼각파이고, 멈춘 시점이 그대로 착탄점이다. 2. 밸런스 통화가 기하다.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판값(board_val)이 균등 조준 다트당 기대 점수를 면적 적분 하나로 낸다. 칩·개조·다트가 「다트당 몇 점」이라는 같은 자로 재진다. 3.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슬롯이 아니라 판값이 조합을 막는다. 칩은 5칸이 상한이지만 개조는 슬롯을 안 먹는다. 대신 판값이 기본의 1.50배를 넘기는 개조는 매대에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누구에게, 무엇을 느끼게 할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399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5036"/>
                <a:gridCol w="8820443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318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9300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4171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"빗나간 건 판 탓이 아니라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070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전제하는 리스크 —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무엇을 재미로 삼을지 먼저 정하고, 그 셋에 봉사하지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5663"/>
                <a:gridCol w="1709236"/>
                <a:gridCol w="71905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269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기둥은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 — 6초 · 한 라운드 · 한 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9986"/>
                <a:gridCol w="1337767"/>
                <a:gridCol w="64977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층이 하나라도 비면 그 시간대의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긴장이 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라운드는 네 걸음이다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696"/>
                <a:gridCol w="861559"/>
                <a:gridCol w="804122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제약 카드 셋 중 하나를 고른다. 스킵이 없어서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여섯 발. 한 발마다 자루를 고르고 두 축을 조준해 던진다. 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네 걸음이 만드는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목표를 넘긴 순간 라운드가 끝나므로, 과잉 조준이 손해가 된다. 남은 다트 한 발이 골드 1이다. - 제약에 스킵이 없어서 여덟 번의 선택이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 판의 성격이 된다. 「어느 쪽이 내 빌드에 덜 아픈가」를 묻는다. - 상점 자리가 넷으로 고정이라, 무엇을 사지 않을지가 무엇을 살지만큼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중요하다.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2233748"/>
                <a:gridCol w="645305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0.45초. 본 것을 확인하는 시간이지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흐름에서 설계로 정한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확인 구간을 둔 것은 「내가 어디에 넣었는지」를 눈으로 확인하고 결과를 받게 하기 위해서다. 없으면 실패가 억울해진다. - 남은 자루가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판은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9.59점이다. 오른쪽 열은 그 기준선의 몇 배를 만들어야 하는가다.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0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공비 약 1.775의 등비수열을 반올림했다. - R1(45)만 실측 근거가 있다. 칩 없이 넘도록 잡은 값이고, 그래서 1라운드가 사실상 튜토리얼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구간이 된다. - 무장 없는 한 발 상한은 60점(칸 20 × 배수 3)이다. 6발이면 360점이므로 R5(470)부터는 조준만으로 못 넘는다. 곱셈 층이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필요해지는 정확한 지점이다. -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순서가 곧 규칙이다.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반환 치역이 계약이다.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그래서 개조가 판을 바꿀 때마다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부등식을 검사한다.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「배수는 면적이다」를 수치로 적은 표다. 개조와 제약이 바꾸는 것이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3624"/>
                <a:gridCol w="2084831"/>
                <a:gridCol w="2432303"/>
                <a:gridCol w="1737360"/>
                <a:gridCol w="173736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308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계산은 언제나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4275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빗나감을 37.68%로 잡은 것은 「세 발에 한 발쯤은 빗나가야 실패가 자산이 된다」는 판단이다. 정확히 3분의 1이 아닌 것은 640×360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화면에 맞춘 정수 좌표(판 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7724"/>
                <a:gridCol w="1054865"/>
                <a:gridCol w="785288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랙에 꽂힌 순서대로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곱셈이 두 겹이 되는 순간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주의 — 발동 순서가 값을 바꾼다.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8772"/>
                <a:gridCol w="1048772"/>
                <a:gridCol w="2563665"/>
                <a:gridCol w="48942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359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 셋 · 빌드를 때리는 것 셋으로 반씩 나눴다. 어느 쪽으로 치우쳐도 한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97096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것은 「얼마나 무리할까」가 아니라 「어느 쪽이 내 빌드에 덜 아픈가」를 묻기 위해서다. 스킵이 있으면 그 물음이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그 순서 자체가 규칙이고, 판을 굽는 매 단계마다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14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지켜야 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482596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2866644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기본의 1.50배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627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움직이므로,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한 수가 칩·개조·다트를 같은 자로 재게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그래서 부팅할 때 표 전체를 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번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83664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842526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553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멈추고 전부 모아 한 번에 뱉는다. 지금은 오류 0 · 경고 2이고,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열 개가 이어지는 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8" cy="1060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9864"/>
                <a:gridCol w="80956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0974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추가 예정 — 타이틀 화면(TITLE)과 일시정지 판. 지금은 실행하면 곧바로 STAGE로 들어간다. 「미정」이 아니라 다음 작업 1순위다.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버튼 하나로 완주한다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좌클릭 말고는 게임 진행에 필요한 입력이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67563"/>
                <a:gridCol w="7215362"/>
                <a:gridCol w="10725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중심 반경 129px 안을 누르면 높이 확정.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규칙으로 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274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발을 던지는 손동작은 클릭 두 번이다. 첫 클릭이 높이, 둘째 클릭이 좌우. 나머지는 게임이 알아서 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없는 것 —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클릭은 순서가 곧 명세다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구매가 아니라 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62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창구가 랙보다 먼저다. 뒤에 두면 랙 판정이 선택을 지운 뒤 창구가 거절해서 두 번 클릭 판매가 통째로 죽는다.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끌어서 옮기고, 밀어서 산다. 왼쪽 끝에 밀면 판매, 오른쪽 끝에 밀면 구매. 방향이 곧 뜻이라 라벨을 안 읽어도 된다. 드래그로도 사고 두 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클릭으로도 사는데, 두 경로가 마지막 한 함수에서 만나므로 「끌어서 산 것」과 「눌러서 산 것」이 다르게 처리될 길이 없다. 판매도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넷이 「한 발 약 6초」라는 리듬 전체를 만든다.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15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정직하게 — 이 값들은 손으로 맞춘 것이고 실측이 아니다. 대신 게임 안에서 키로 바꿔 가며 맞출 수 있게 열어 뒀고, 현재 값이 화면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우하단에 항상 표시된다. 감을 감이라고 인정하되 맞추는 방법은 만들어 둔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17620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조준 게이지 속도를 유일한 난이도 손잡이로 삼은 것은, 그 값 하나만 바꾸면 「같은 판, 다른 어려움」이 만들어지기 때문이다. 제약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「역풍」이 하는 일이 정확히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셋뿐이다.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130"/>
                <a:gridCol w="6023965"/>
                <a:gridCol w="286138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강조색 글자는 화면에 한 줄뿐이다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43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 중에 눈이 가야 하는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조준선 — 배경 위에서 가장 밝고 채도가 높다 - 잠긴 축은 즉시 내려앉는다 — 좌우를 조준하는 동안 이미 잠근 가로선이 55% 어두워진다.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「이 축은 끝났다」가 밝기 하나로 말해진다 - 고른 자루 —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안 보이게 눌러 놓은 것 —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화면이 바뀌면 위계도 바뀐다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버튼이 이미 들고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15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2736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5121"/>
                <a:gridCol w="79903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목록이 아니라 물건이다.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5395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바탕 없이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직사각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19709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서른여덟의 내역 —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두 세트가 반대 극성이다.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38은 한 판의 학습량이 아니다. 상점은 방문마다 칩 2 · 개조 1 · 다트 1이고 방문이 일곱 번이다. 리롤을 안 쓰면 한 판에 실제로 만나는 것은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실수가 성립하지 않게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5395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221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움직이는 것은 못 누른다 — 매물이 낙하 중이면 첫 클릭은 「지금 세운다」다. 스테이지 카드는 0.56초 딜링이 끝날 때까지 클릭을 무시한다.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탭과 드래그를 가르는 5px — 판정에 쓰는 것은 현재 거리가 아니라 누적 최대 거리다.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고정 진열대가 아니다. 먼 레일 뒤에서 던져져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90725"/>
                <a:gridCol w="75647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436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상점을 물리 테이블로 만든 것은, 매대를 「목록」이 아니라 「자리」로 만들기 위해서다. 목록에서 고르는 것과 판 위에서 집어 미는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것은 같은 구매가 아니다.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0091"/>
                <a:gridCol w="5801541"/>
                <a:gridCol w="19338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딜러의 얼굴을 안 그린 것은 설계다. 화면에서 딜러가 그려질 수 있는 세로는 73px뿐이다. 그 위는 칩 랙이 덮는다. 640×360에서 73px에 얼굴을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넣으면 눈코입이 각각 1~2px이 되어 사람이 아니라 얼룩이 된다. 그래서 목 위를 랙 뒤로 넣었다. 제약이 그대로 인상이 된다 — 손과 몸만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보이는 딜러는 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 캐릭터를 안 만든 이유 —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축이 셋이고,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2821"/>
                <a:gridCol w="652821"/>
                <a:gridCol w="5394124"/>
                <a:gridCol w="28557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노릴지를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읽는 값 자체를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던지는 감각을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43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축이 한 저울 위에 있다. 판값(board_val)이 균등 조준 다트당 기대 점수를 면적 적분으로 낸다. 그래서 개조 하나를 사면 칩 26종의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값어치가 전부 조금씩 움직인다. 이것이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0440"/>
          <a:ext cx="9555478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2787014"/>
                <a:gridCol w="517588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23.15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「언제 걸리는가」와 「무엇을 하는가」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072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68396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009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효과는 네 종뿐이다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1283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6142808"/>
                <a:gridCol w="91004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곱한다 —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36만 발을 실제 판정 함수로 돌려 잰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값이다.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83664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440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표가 알려 준 것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왼쪽 31.05 + 오른쪽 31.19 = 62.24. 「무조건」과 소수점까지 같은 값이다. 두 장을 같이 사면 조건이 사라진다 - 홀수 30.57 + 짝수 30.50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= 61.07. 무조건보다 1.17%p 낮은 것은 불(25·50)이 홀수도 짝수도 아니기 때문이다 - 조건 열아홉 중 죽은 것이 하나도 없다. 칩 26장이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열아홉을 하나도 안 남기고 전부 쓴다 - 「같은 칸 연속」과 「연속 명중」은 같은 술어다. 포함관계 표에 서로를 담는다고 적혀 있고,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발동률도 둘 다 1.58%다. 그런데 값이 7골드와 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274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정밀(기여 0.52)과 기본기(22.31)는 43배 차이다. 이것은 밸런스가 깨진 것이 아니라 측정 모형의 한계다. 「연속 명중」은 균등 조준이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칸을 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 다섯 —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그 차액이 골드의 가격이다.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비교 —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9991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다섯뿐이라 이 결정이 실제로 아프다.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36만 발을 통과시켜 칩마다 두 수를 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2348"/>
                <a:gridCol w="79131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6471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 셋 — 이 값들이 무엇을 가정하는가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1. 칩은 한 장만 든다. 조합 효과는 이 표에 안 들어 있다 2. 균등 조준. 착탄점이 조준 사각형 위에 고르게 분포한다고 본다 3. 기본 판.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그래서 이 표는 「칩끼리 비교하는 자」이지 실제 점수 예측이 아니다. 다음 장의 시너지가 이 한계에서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출발한다.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조건이 겹치는 자리와 안 겹치는 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반대로 반드시 겹치는 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89991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15332"/>
                <a:gridCol w="294014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772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판이 좌우 대칭이 아니다. 칸 배치 때문에 왼쪽 절반은 중물이 60%, 오른쪽 절반은 대물 35% · 소물 35%다. 좌익수와 중물은 같은 조준선을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쓴다. 그리고 큰 칸의 이웃은 작은 칸이다 — 20의 이웃은 1과 5다. 대물을 노리면 소물이 터진다.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다르고, 축마다 무서워하는 제약이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52124"/>
                <a:gridCol w="3976580"/>
                <a:gridCol w="659139"/>
                <a:gridCol w="659139"/>
                <a:gridCol w="2177650"/>
                <a:gridCol w="123084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불은 최강이면서 위험이 아예 없다(빗나감 0.00%). 대신 역풍 하나가 761 → 308로 죽인다. 그리고 열 장이 이 축과 배타다 - 우측 대소는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싸고(40골드) 오차에 강하다. 18칸 양옆이 소물이라 빗맞아도 걸린다 - 무조건은 천장이 낮은 대신 어떤 제약도 안 무섭다. R6는 넘고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R7에서 막힌다. 보험 축이다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그런데 완성이 안 된다. 누적 골드가 R5에 35, R6에 44, R7에 53인데 위 축들이 40~54골드다. 증폭기는 R5 매대에 처음 뜬다. 축이 완성되는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시점과 그 축이 필요한 시점 사이에 여유가 한 라운드도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빗나가면 판정이 다른 조건을 안 본다. 기여가 다트당 11.30점에 고정된다. 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큰 반시너지는 칩이 아니라 다트다. 6골드짜리 가벼운 다트 하나가 칸 축을 +83%, 무조건 축을 +195% 올리고 동시에 링 축을 −70% 낸다.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남긴 것은, 「무엇을 같이 못 드는가」를 아는 것 자체가 이 게임의 학습 대상이기 때문이다. 다만 그 정보가 화면에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안 나와 있는 것은 알려진 문제다.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상점의 자리는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80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828141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 · 개조 1 · 다트 1. 개조가 동나거나 판이 더는 못 받으면 그 자리를 칩으로 메운다. 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353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되팔 수 있는 것은 칩뿐이다. 판(개조)과 탄창(다트)은 되돌릴 수 없다. 개조가 안 지워지고 판의 모양으로 남는 것이 이 게임의 성격이다.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골드는 네 갈래로 들어오고, 전부 유인이 붙어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첫 상점에서 다 쓸지 아낄지가 첫 결정이다.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590"/>
                <a:gridCol w="1871691"/>
                <a:gridCol w="679719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적은 발로 끝내라.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모아 둬라.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15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2736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88536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한 방향으로만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최적화되지 않게 만드는 것이 목적이다.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「희귀」라는 말이 게임 안에서 아무 뜻이 없었다는 뜻이다.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43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장뿐이다. 칩마다 개별 가중치를 적을 칸도 있지만 비워 두는 것이 기본이고, 지금은 한 장도 안 쓴다. 예외가 늘면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등급이 다시 뜻을 잃는다.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해금 라운드가 학습 곡선을 만든다. 희귀가 R4부터 뜨므로, R1~R3은 흔함·보통으로만 빌드를 짠다. 그 세 라운드가 조건과 효과의 문법을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개조는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판정이 읽는 값 자체를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365068"/>
                <a:gridCol w="7020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0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이름은 단골들의 말이다. 속살 · 겉살 · 벼랑 · 아랫목 · 멍석 · 판벌이 · 판갈이 · 짝패. 간판은 영어지만 판 위에서 쓰는 말은 여기 사람들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말이 남았다.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속살과 겉살은 배타다. 정확한 역방향이라 둘을 같이 사면 서로를 되돌린다. 판벌이와 판갈이를 같이 사면 판값 상한(×1.50)에 걸려 매대에 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다트 다섯은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고르므로, 구성 자체가 순서 설계가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19601"/>
                <a:gridCol w="819601"/>
                <a:gridCol w="1092801"/>
                <a:gridCol w="6147010"/>
                <a:gridCol w="67646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387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게이지 속도와 배수의 맞바꿈이 이 축의 전부다. 무거운 다트는 트리플 띠(폭 10.6px)에 걸기가 훨씬 쉬워지는 대신 배수가 하나 깎인다.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가벼운 다트는 정반대다.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탄창은 벽에 꽂힌 여섯 자루다. 남은 다트를 목록이 아니라 물건으로 보여준다. 라운드가 시작되면 오른쪽에서 날아와 벽에 꽂히고, 던진 것만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사라진다. 자루가 빠져도 남은 것이 자리를 다시 맞추지 않는다 — 한 칸이 비는 것이 맞다.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아직 안 채운 설계 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76칸 중 21칸이 찼다(28%). 어디가 비었는지 적어 두면 다음 칩이 빈칸에서 나온다.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16330"/>
                <a:gridCol w="773914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chip 13 · mult 9 · xmult 3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15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가격당 기여로 보면 변덕쟁이 2.733, 정밀 0.047로 58배 차이다. 죽은 축(같은 칸 · 연속)을 살리든 걷어내든 정해야 한다. 지금은 사면 손해인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지금 빌드에서 확인된 것만 적는다. 고친 척하지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7"/>
          <a:ext cx="9555478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1953"/>
                <a:gridCol w="657315"/>
                <a:gridCol w="4557596"/>
                <a:gridCol w="31686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사람 플레이 로그를 남긴다 —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 전체를 매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왜 이렇게 했는가 640×360에 최근접 필터라 이 크기에서 읽히는 것과 안 읽히는 것이 설계를 계속 되돌려 놓는다. 그림 파일이 있으면 「일단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그려 놓고 나중에」가 되지만, 코드로 그리면 안 읽히는 것은 그 자리에서 고칠 수밖에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팔레트는 열셋뿐이다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66060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18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빨강(e2593f)이 갈리는 것이 이 규칙의 가장 중요한 자리다.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그림이 안 되면 기능을 바꾼다.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반음 상승이 정산의 뼈대다. 칩이 한 장씩 발동할 때마다 소리가 반음씩 올라간다. 몇 장이 남았는지 화면을 안 봐도 귀로 안다. 그리고 마지막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음이 가장 높다. 게임 이름이 여기서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40279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1761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점수를 받는 순간이 이 게임에서 가장 느리다. 처음에는 정산이 훨씬 빨랐다. 빠른 정산은 결과를 알려 주기만 하고 세어 볼 틈을 안 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한 단계에 0.34초를 두고, 소리가 다음 수를 예고하게 했다. 조준은 긴장이고 정산은 보상이다. 보상 구간은 느리게, 한 장씩, 소리와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함께 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93110"/>
                <a:gridCol w="666628"/>
                <a:gridCol w="339574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1라운드가 사실상 튜토리얼 구간이다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data/.csv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개발 궤적 — 1주차 컨셉·조준·판정·득점 연출 → 2주차 칩과 상점·클리어 정산·스테이지 선택 → 3주차 상점을 물리 테이블로·인게임 UI·탄창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→ 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 통과시켜 쟀다. 아직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사람이 플레이한 기록은 0건이다.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먼저 할 것 —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44852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00372"/>
                <a:gridCol w="815510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2219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 할 것 — 아직 안 정한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83379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8라운드 완주로 끝.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071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