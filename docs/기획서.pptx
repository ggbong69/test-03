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8F5800"/>
                </a:solidFill>
                <a:latin typeface="맑은 고딕"/>
              </a:rPr>
              <a:t>게임창작기획서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974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A1822"/>
                </a:solidFill>
                <a:latin typeface="맑은 고딕"/>
              </a:rPr>
              <a:t>하이톤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5E5A6B"/>
                </a:solidFill>
                <a:latin typeface="맑은 고딕"/>
              </a:rPr>
              <a:t>HIGHTONE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526280"/>
            <a:ext cx="29260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548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점수는 칩과 배수로 나뉘고, 둘은 더해지지 않고 곱해진다.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650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장르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5650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싱글플레이 로그라이트 · 스코어어택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8873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588873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PC (Windows) · 마우스 단독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12647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해상도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612647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640 × 360 · 최근접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5E5A6B"/>
                </a:solidFill>
                <a:latin typeface="맑은 고딕"/>
              </a:rPr>
              <a:t>엔진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636422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>
                <a:solidFill>
                  <a:srgbClr val="3D394A"/>
                </a:solidFill>
                <a:latin typeface="맑은 고딕"/>
              </a:rPr>
              <a:t>Godot 4.7 · GDScript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 문서를 읽는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수치는 전부 지금 도는 빌드에서 나온 값이다. 표에 적힌 숫자와 게임 안의 숫자가 다를 수 없도록, 이 문서의 데이터 표는 프로젝트의 CSV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파일에서 그대로 뽑았다. 발동률과 기여도는 실제 판정 함수에 36만 발을 통과시켜 잰 값이다.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9222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37943"/>
            <a:ext cx="9547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3148" y="1837943"/>
            <a:ext cx="84178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여섯 장으로 나눈다. 개요 → 핵심 재미 → 시스템과 규칙 → 조작과 UI → 아이템 → 성장과 경제. 앞 장이 뒷 장의 전제가 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5740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93976"/>
            <a:ext cx="9547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수치의 출처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3148" y="2093976"/>
            <a:ext cx="84178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밸런스 상수는 scripts/data.gd, 아이템 표는 data/.csv 한 곳에만 있다. 코드에 복제본이 없다.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4086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372868"/>
            <a:ext cx="9547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미정 표시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3148" y="2372868"/>
            <a:ext cx="84178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아직 안 정한 것은 「미정」이라 적었다.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651760"/>
            <a:ext cx="9547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용어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3148" y="2651760"/>
            <a:ext cx="84178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= 아이템, 개조 = 보드 변형, 탄창 = 다트 구성. 게임 안에서 쓰는 말을 그대로 쓴다.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89864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930652"/>
            <a:ext cx="9547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세계관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3148" y="2930652"/>
            <a:ext cx="84178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이 게임에는 대사도 컷신도 없다. 세계관은 화면과 물건의 이름으로만 말한다.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209544"/>
            <a:ext cx="9547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상업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3148" y="3209544"/>
            <a:ext cx="84178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이 문서는 상업 출시 계획을 다루지 않는다.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344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0249" y="1280160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5631" y="1280160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무엇을 답하는가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9961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1 게임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0249" y="1536192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5631" y="1536192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이게 무슨 게임인가, 왜 다트인가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7830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5084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2 핵심 재미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0249" y="1815084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9–13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5631" y="1815084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한 발 · 한 라운드 · 한 판이 어떻게 도는가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93976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3 주요 시스템 및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0249" y="2093976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14–20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5631" y="2093976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꽂힌 자리가 어떻게 점수가 되는가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4086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72868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4 조작 방법 및 UI/UX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0249" y="2372868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21–28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5631" y="2372868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손은 무엇을 하고, 화면은 무엇을 말하는가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651760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5 캐릭터 · 아이템 기획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0249" y="2651760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29–39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5631" y="2651760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무엇을 모으고, 그것들이 어떻게 겹치는가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89864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30652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6 성장 및 경제 시스템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0249" y="2930652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40–46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5631" y="2930652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돈이 어디서 들어와 어디로 나가는가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209544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0249" y="3209544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47–48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5631" y="3209544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이미지 파일과 사운드 파일이 0개인 이유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5643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488436"/>
            <a:ext cx="331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개발 현황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0249" y="3488436"/>
            <a:ext cx="6939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49–50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5631" y="3488436"/>
            <a:ext cx="527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지금 무엇이 돌고, 다음에 무엇을 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로그라인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간판에 불이 하나 나간 밤의 바, 하이톤. 안쪽 벽에 다트판이 하나 걸려 있고, 그 앞 펠트 테이블 뒤에 정장을 입은 딜러가 선다. 여기서 파는 것은 술이 아니라 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836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던지는 손과 읽는 머리가 곱해지는 다트 로그라이트.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26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시놉시스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694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플레이어는 여덟 판을 버틴다. 한 판마다 넘겨야 하는 수가 있고, 못 넘기면 그날은 거기서 끝난다. 판과 판 사이에 딜러가 테이블 위로 물건을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던져 준다. 칩, 판을 고치는 연장, 새 다트. 사는 것은 자유지만 자리는 넷뿐이고 주머니는 얇다.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272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점수는 두 개의 수로 만들어진다. 꽂힌 자리가 앞의 수를 정하고, 들고 있는 칩이 뒤의 수를 정한다. 둘은 더해지지 않고 곱해진다. 그래서 잘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던지기만 해도, 잘 모으기만 해도 후반을 못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8503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한 장씩 값을 붙일 때마다 소리가 반음씩 오른다. 마지막 음이 가장 높다. 가게 이름은 거기서 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98221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027932"/>
            <a:ext cx="10111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항목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9483" y="4027932"/>
            <a:ext cx="83614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738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83964"/>
            <a:ext cx="10111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장르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9483" y="4283964"/>
            <a:ext cx="83614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싱글플레이 로그라이트 · 스코어어택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3085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562856"/>
            <a:ext cx="10111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플랫폼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9483" y="4562856"/>
            <a:ext cx="83614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PC (Windows) · 마우스 단독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41748"/>
            <a:ext cx="10111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한 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9483" y="4841748"/>
            <a:ext cx="83614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12~15분 (미측정 · 라운드 8 × 다트 6 기준 추정)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8863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120640"/>
            <a:ext cx="10111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엔진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9483" y="5120640"/>
            <a:ext cx="83614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Godot 4.7 · GDScript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399531"/>
            <a:ext cx="10111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해상도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9483" y="5399531"/>
            <a:ext cx="83614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640 × 360 · 최근접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646419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678423"/>
            <a:ext cx="10111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9483" y="5678423"/>
            <a:ext cx="83614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1인 개발 · 프로토타입 진행 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다트 한 발이 만드는 점수는 두 개의 수로 나뉜다.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4207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25          ×          9          =         225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칩                    배수                  점수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꽂힌 칸이 정한다        꽂힌 링과 들고 있는        한 발의 결과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칩이 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3288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예시 — 20번 칸 트리플에 꽂힌다. 칸 20이 칩 20을, 트리플 링이 배수 3을 준다. 여기에 칩 「삼중고」(트리플 명중 시 배수 +4)가 붙으면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배수가 7이 된다. 20 × 7 = 140.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067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구조가 만드는 것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387851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433571"/>
            <a:ext cx="19963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실력이 앞자리를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679" y="3433571"/>
            <a:ext cx="73762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어느 칸에 꽂혔는지는 순전히 조준의 결과다. 칩을 아무리 모아도 빗나가면 곱할 것이 없다.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65302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689603"/>
            <a:ext cx="19963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빌드가 뒷자리를 만든다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4679" y="3689603"/>
            <a:ext cx="73762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배수는 칩이 얹는다. 조준이 완벽해도 빌드가 없으면 R5(목표 470)에서 벽에 부딪힌다.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36491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968495"/>
            <a:ext cx="19963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실패도 축이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4679" y="3968495"/>
            <a:ext cx="73762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 범위가 판보다 넓어 37.68%가 빗나간다. 「빗나가면 점수 +30」이 그 빈칸을 자산으로 바꾼다.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302251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39411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68011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덧셈이 아니라 곱셈으로 묶은 것은, 두 축 중 하나만 파는 플레이를 구조로 막기 위해서다. 더하기였다면 조준을 포기하고 칩만 모으는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길이 열린다.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배수는 숫자가 아니라 면적이다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카드 게임에서 배수는 카드에 적힌 수다. 다트판에서 배수는 판 위의 띠이고,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띠는 넓이를 가진다.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이 차이가 이 게임이 다트 위에 서는 유일한 이유다.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3794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83664"/>
            <a:ext cx="29117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0078" y="1883664"/>
            <a:ext cx="25021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카드 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3709" y="1883664"/>
            <a:ext cx="3867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이 게임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031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39696"/>
            <a:ext cx="29117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「배수 3」이 뜻하는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0078" y="2139696"/>
            <a:ext cx="25021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카드를 뽑았는가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709" y="2139696"/>
            <a:ext cx="3867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판의 12.20%짜리 띠에 넣었는가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8658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418588"/>
            <a:ext cx="29117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올리는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078" y="2418588"/>
            <a:ext cx="25021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더 좋은 카드를 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709" y="2418588"/>
            <a:ext cx="3867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카드를 사거나 띠를 넓힌다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697480"/>
            <a:ext cx="29117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실력의 자리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0078" y="2697480"/>
            <a:ext cx="25021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709" y="2697480"/>
            <a:ext cx="38672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띠에 넣는 것이 곧 실력이다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03123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그래서 따라오는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7413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개조 「속살」 한 장이 트리플 띠를 0.06 넓히면, 칩을 한 장도 안 사고 배수 3의 기대값이 절반 가까이 오른다. 카드 게임에는 이 축이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없다. - 조준이 배수에 직접 닿는다. 같은 칩 다섯 장이라도 어디를 노리느냐로 값이 달라진다. - 빗나감이 설계 재료가 된다. 판 밖은 배수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0이 아니라 「빗나감」이라는 조건이다.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46804"/>
            <a:ext cx="9555480" cy="562356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283964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512564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「왜 다트판인가」에 대한 답이 이 한 쪽이다. 다른 소재로 바꾸면 이 게임에서 유일하게 대체 불가능한 축이 사라진다.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1장 · 게임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게임은 발라트로의 정산 구조를 명시적으로 참조한다. 감추는 것보다 무엇을 가져왔고 어디서 갈라지는지 적는 편이 설계를 설명하는 데 낫다.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3794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83664"/>
            <a:ext cx="16959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참조작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4283" y="1883664"/>
            <a:ext cx="34145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가져온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0251" y="1883664"/>
            <a:ext cx="41707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버린 것 · 바꾼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031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139696"/>
            <a:ext cx="16959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발라트로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4283" y="2139696"/>
            <a:ext cx="34145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조건×효과 카드, 슬롯 5칸, 점수×배수 정산, 상점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리롤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0251" y="2139696"/>
            <a:ext cx="41707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카드 뽑기를 버렸다. 무작위 패 대신 조준이 그 자리를 채운다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55748"/>
            <a:ext cx="9555480" cy="448056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2"/>
            <a:ext cx="16959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다트 (실물)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4283" y="2587752"/>
            <a:ext cx="34145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20칸 배치, 트리플·더블 띠, 불과 한복판의 이중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0251" y="2587752"/>
            <a:ext cx="41707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501도 크리켓도 없다. 규칙이 아니라 판의 형태만 빌렸다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035808"/>
            <a:ext cx="16959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플래시 게임 2단 게이지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4283" y="3035808"/>
            <a:ext cx="34145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상하 한 번, 좌우 한 번 멈추는 조작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0251" y="3035808"/>
            <a:ext cx="41707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난수를 0으로 만들었다. 연습이 반드시 실력으로 쌓인다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314700"/>
            <a:ext cx="16959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슬롯 머신 / 카지노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54283" y="3314700"/>
            <a:ext cx="34145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펠트 테이블, 칩, 딜러, 창구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60251" y="3314700"/>
            <a:ext cx="41707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도박이 없다. 판돈을 거는 구간이 한 번도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4845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경쟁작과 갈라지는 지점 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9135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1. 조준과 착탄에 난수가 0이다. 게이지는 주기 1.0의 삼각파이고, 멈춘 시점이 그대로 착탄점이다. 2. 밸런스 통화가 기하다.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판값(board_val)이 균등 조준 다트당 기대 점수를 면적 적분 하나로 낸다. 칩·개조·다트가 「다트당 몇 점」이라는 같은 자로 재진다. 3.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슬롯이 아니라 판값이 조합을 막는다. 칩은 5칸이 상한이지만 개조는 슬롯을 안 먹는다. 대신 판값이 기본의 1.50배를 넘기는 개조는 매대에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아예 안 뜬다.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누구에게, 무엇을 느끼게 할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타깃 유저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73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23060"/>
            <a:ext cx="8641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주 타깃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2476" y="1623060"/>
            <a:ext cx="85084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15~29세 · PC · 한 번에 15~40분. 로그라이트 덱빌더를 끝까지 해 본 사람. 조건×효과와 곱셈 빌드의 문법을 이미 안다. 새로 배울 것은 조준 하나뿐이다.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4251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879091"/>
            <a:ext cx="8641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부 타깃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2476" y="1879091"/>
            <a:ext cx="85084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플래시 게임 세대. 2단 게이지 조준은 설명이 필요 없는 조작이다. 빌드는 몰라도 첫 판은 넘긴다.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125979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57984"/>
            <a:ext cx="8641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안 노리는 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2476" y="2157984"/>
            <a:ext cx="85084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실물 다트 팬. 501도 크리켓도 없다. 판만 빌렸을 뿐이라 다트 게임을 기대하면 어긋난다.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4917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경험 목표와 그것을 만드는 장치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7889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34640"/>
            <a:ext cx="26827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느끼게 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1099" y="2834640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그것을 만드는 장치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05409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90672"/>
            <a:ext cx="26827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"박자를 외워서 이기는 게 아니다"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1099" y="3090672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게이지 위상을 라운드 내내 초기화하지 않는다. 한 발마다 진자를 새로 읽어야 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3756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69564"/>
            <a:ext cx="26827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"빗나간 건 판 탓이 아니라 내 탓이다"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1099" y="3369564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조준·착탄 경로에 난수 호출이 하나도 없다. 같은 시점에 멈추면 같은 곳에 꽂힌다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48456"/>
            <a:ext cx="26827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"정산을 앞질러 세어 본다"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1099" y="3648456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점수와 배수가 따로 오르고 한 단계마다 0.34초 쉰다. 소리가 반음씩 올라 다음 수를 예고한다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389534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927348"/>
            <a:ext cx="26827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"판을 내 것으로 고쳐 나간다"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1099" y="3927348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개조 여덟은 슬롯을 안 먹는다. 산 것이 지워지지 않고 판의 모양으로 남아 판 끝까지 보인다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261103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전제하는 리스크 — 조준 실력을 요구하는 덱빌더는 두 유저층의 교집합이라 좁다. 이 리스크를 줄이는 손잡이가 「난수 없는 조준」이다.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연습하면 반드시 나아지고, 나아진 만큼 점수가 오른다.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무엇을 재미로 삼을지 먼저 정하고, 그 셋에 봉사하지 않는 기능은 넣지 않았다.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5381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6512" y="1664207"/>
            <a:ext cx="16228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0756" y="1664207"/>
            <a:ext cx="7120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무엇이 그것을 만드는가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5381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512" y="1920239"/>
            <a:ext cx="16228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난수 없이 손끝으로만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정해진다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0756" y="1920239"/>
            <a:ext cx="7120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게이지가 두 번 왕복한다. 멈추는 순간이 그대로 착탄점이다. 트리플 띠는 판 넓이의 12.20%이고, 던진 것 중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7.61%만 여기 걸린다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36291"/>
            <a:ext cx="9555480" cy="448056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68296"/>
            <a:ext cx="5381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6512" y="2368296"/>
            <a:ext cx="16228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다섯 장 안에서 조건이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겹친다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0756" y="2368296"/>
            <a:ext cx="7120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칩은 조건과 효과의 짝이다. 슬롯이 다섯뿐이라 넣는 것이 곧 빼는 것이다. 개조가 조건의 성립 확률 자체를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바꾼다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816352"/>
            <a:ext cx="5381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정산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6512" y="2816352"/>
            <a:ext cx="16228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숫자가 한 장씩 쌓인다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0756" y="2816352"/>
            <a:ext cx="7120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점수와 배수가 따로 오르고, 발동한 칩만 이름을 띄운다. 소리가 한 단계마다 반음씩 올라간다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501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기둥은 한 발 안에서 순서대로 일어난다. 조준하고, 조건이 걸리고, 숫자가 쌓인다. 한 사이클이 약 6초다.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코어 루프 — 6초 · 한 라운드 · 한 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 한 판 (12~15분) ───────────────────────────────────┐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┌─ 한 라운드 (약 90초) ──────────────────────┐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┌─ 한 발 (약 6초) ───────────┐    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자루 고르기                │    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높이 조준              │  최대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좌우 조준              │  6번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│    → 확인 → 비행 → 정산     │    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└────────────────────────────┘    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                                  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│  판 고르기 → 던지기 → 정산 → 상점            │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└────────────────────────────────────────────┘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                            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라운드 1 → 2 → ... → 8                      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61188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657600"/>
            <a:ext cx="22089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67321" y="3657600"/>
            <a:ext cx="11472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길이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5994" y="3657600"/>
            <a:ext cx="59249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플레이어가 답하는 물음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87705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913632"/>
            <a:ext cx="22089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한 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7321" y="3913632"/>
            <a:ext cx="11472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약 6초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05994" y="3913632"/>
            <a:ext cx="59249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어디를 노릴까. 어느 자루로 던질까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6052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192524"/>
            <a:ext cx="22089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한 라운드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7321" y="4192524"/>
            <a:ext cx="11472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약 90초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994" y="4192524"/>
            <a:ext cx="59249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어느 제약을 안을까. 몇 발을 남길까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71416"/>
            <a:ext cx="22089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한 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7321" y="4471416"/>
            <a:ext cx="11472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12~15분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05994" y="4471416"/>
            <a:ext cx="59249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무엇을 사서 어떤 축을 세울까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05171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42331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170931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세 층이 각각 다른 시간 규모의 결정을 요구한다. 한 발은 반사, 한 라운드는 손익, 한 판은 설계다. 층이 하나라도 비면 그 시간대의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긴장이 사라진다.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라운드는 네 걸음이다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344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430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1466" y="1280160"/>
            <a:ext cx="7362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182" y="1280160"/>
            <a:ext cx="80017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하는 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9961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430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1466" y="1536192"/>
            <a:ext cx="7362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182" y="1536192"/>
            <a:ext cx="80017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제약 카드 셋 중 하나를 고른다. 스킵이 없어서 매 라운드 하나는 반드시 안고 던진다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7830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5084"/>
            <a:ext cx="5430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1466" y="1815084"/>
            <a:ext cx="7362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던지기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182" y="1815084"/>
            <a:ext cx="80017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 여섯 발. 한 발마다 자루를 고르고 두 축을 조준해 던진다. 목표를 넘긴 순간 끝난다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93976"/>
            <a:ext cx="5430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1466" y="2093976"/>
            <a:ext cx="7362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정산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182" y="2093976"/>
            <a:ext cx="80017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남은 다트 수만큼 골드를 더 받는다. 보유 골드에 이자가 붙는다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4086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72868"/>
            <a:ext cx="54309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1466" y="2372868"/>
            <a:ext cx="7362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상점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182" y="2372868"/>
            <a:ext cx="80017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매물 넷이 테이블 위로 떨어진다. 칩 둘 · 개조 하나 · 다트 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70662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네 걸음이 만드는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04952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목표를 넘긴 순간 라운드가 끝나므로, 과잉 조준이 손해가 된다. 남은 다트 한 발이 골드 1이다. - 제약에 스킵이 없어서 여덟 번의 선택이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 판의 성격이 된다. 「어느 쪽이 내 빌드에 덜 아픈가」를 묻는다. - 상점 자리가 넷으로 고정이라, 무엇을 사지 않을지가 무엇을 살지만큼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중요하다.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2장 · 핵심 재미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발이 지나는 여섯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PICK ──→ AIM_V ──→ AIM_H ──→ CONFIRM ──→ FLY ──→ RESOLVE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자루      높이       좌우       확인        비행     정산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고르기    조준       조준       0.45초      0.20초   칩 발동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                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┌───────────────────────┘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       ↓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목표 달성 또는 다트 0 ?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아니오 → PICK 으로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      예    → 라운드 종료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65176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79"/>
            <a:ext cx="11451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3519" y="2697479"/>
            <a:ext cx="19320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무엇을 정하는가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7032" y="2697479"/>
            <a:ext cx="620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되돌릴 수 있나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1693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953511"/>
            <a:ext cx="11451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3519" y="2953511"/>
            <a:ext cx="19320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어느 자루로 던질까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7032" y="2953511"/>
            <a:ext cx="620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 중에도 갈아탈 수 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00399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32403"/>
            <a:ext cx="11451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AIM_V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3519" y="3232403"/>
            <a:ext cx="19320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착탄점의 높이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7032" y="3232403"/>
            <a:ext cx="620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잠그면 못 되돌린다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511296"/>
            <a:ext cx="11451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AIM_H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3519" y="3511296"/>
            <a:ext cx="19320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착탄점의 좌우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7032" y="3511296"/>
            <a:ext cx="620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잠그면 못 되돌린다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758183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790187"/>
            <a:ext cx="11451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CONFIRM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3519" y="3790187"/>
            <a:ext cx="19320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7032" y="3790187"/>
            <a:ext cx="620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0.45초. 본 것을 확인하는 시간이지 고칠 시간이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69079"/>
            <a:ext cx="11451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FLY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3519" y="4069079"/>
            <a:ext cx="19320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7032" y="4069079"/>
            <a:ext cx="620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0.20초 고정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31596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347971"/>
            <a:ext cx="11451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RESOLVE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03519" y="4347971"/>
            <a:ext cx="193207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032" y="4347971"/>
            <a:ext cx="6203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칩이 한 장씩 발동한다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817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흐름에서 설계로 정한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0246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확인 구간을 둔 것은 「내가 어디에 넣었는지」를 눈으로 확인하고 결과를 받게 하기 위해서다. 없으면 실패가 억울해진다. - 남은 자루가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전부 같은 종류면 PICK을 건너뛴다. 표준 다트만 든 첫 판에서는 이 화면이 한 번도 안 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한 판은 여덟 라운드다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무개조 판의 다트당 기대 점수는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9.59점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이다. 오른쪽 열은 그 기준선의 몇 배를 만들어야 하는가다.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라운드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288" y="1664207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목표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2088" y="1664207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다트당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7247" y="1664207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기준선 대비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920239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1920239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2088" y="1920239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247" y="1920239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×0.8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199132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2199132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85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2088" y="2199132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14.2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7247" y="2199132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478024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2478024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2088" y="2478024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7247" y="2478024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×2.6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756916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756916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2088" y="2756916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45.0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37247" y="2756916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×4.7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4288" y="3035808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2088" y="3035808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78.3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7247" y="3035808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×8.2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314700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4288" y="3314700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52088" y="3314700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136.7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7247" y="3314700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×14.3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593592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04288" y="3593592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1,450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52088" y="3593592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241.7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7247" y="3593592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×25.2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38404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872484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872484"/>
            <a:ext cx="13563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2,500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52088" y="3872484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416.7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7247" y="3872484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×43.4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2062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곡선을 정한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5491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공비 약 1.775의 등비수열을 반올림했다. - R1(45)만 실측 근거가 있다. 칩 없이 넘도록 잡은 값이고, 그래서 1라운드가 사실상 튜토리얼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구간이 된다. - 무장 없는 한 발 상한은 60점(칸 20 × 배수 3)이다. 6발이면 360점이므로 R5(470)부터는 조준만으로 못 넘는다. 곱셈 층이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필요해지는 정확한 지점이다. - R2~R8은 미검증이다. 사람 플레이 로그로 보정하는 것이 다음 작업이다.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hit_info()는 착탄점 하나를 받아 칩 값과 배수를 돌려준다.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순서가 곧 규칙이다.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5219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0350" y="1664207"/>
            <a:ext cx="120138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묻는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3178" y="1664207"/>
            <a:ext cx="75577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5219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0350" y="1920239"/>
            <a:ext cx="120138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 밖인가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3178" y="1920239"/>
            <a:ext cx="75577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0 · 배수 0 · 칸 −1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5219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0350" y="2199132"/>
            <a:ext cx="120138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한복판인가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3178" y="2199132"/>
            <a:ext cx="75577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반지름 0.06 이내. 칩 50 · 배수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5219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0350" y="2478024"/>
            <a:ext cx="120138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불인가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73178" y="2478024"/>
            <a:ext cx="75577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반지름 0.14 이내. 칩 25 · 배수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56916"/>
            <a:ext cx="5219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0350" y="2756916"/>
            <a:ext cx="120138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어느 띠인가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73178" y="2756916"/>
            <a:ext cx="75577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 0.56~0.66 → 배수 3 · 더블 0.90~1.00 → 배수 2 · 그 밖 → 배수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035808"/>
            <a:ext cx="5219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0350" y="3035808"/>
            <a:ext cx="120138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몇 번 칸인가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73178" y="3035808"/>
            <a:ext cx="75577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각도를 20등분. 칸 값이 곧 칩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369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반환 치역이 계약이다. 배수 ∈ {0, 1, 2, 3} · 칸 ∈ {−1} ∪ [1, 20] ∪ {25, 50}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7124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조건 19종이 전부 이 치역 위에 서 있다. 칸 값이 25를 넘기면 칸이 불로 읽히고 「명중왕」이 오발한다. 그래서 개조가 판을 바꿀 때마다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부등식을 검사한다.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「배수는 면적이다」를 수치로 적은 표다. 개조와 제약이 바꾸는 것이 오른쪽 두 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8693" y="1664207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8785" y="1664207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칩 ·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8922" y="1664207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판 안 비율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05665" y="1664207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던진 것 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20239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한복판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8693" y="1920239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0.00 – 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8785" y="1920239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50 · 배수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922" y="1920239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0.36%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5665" y="1920239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0.22%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199132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693" y="2199132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0.06 – 0.14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8785" y="2199132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25 · 배수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8922" y="2199132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1.60%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05665" y="2199132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478024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안쪽 평지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38693" y="2478024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0.14 – 0.56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8785" y="2478024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칸 값 · 배수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8922" y="2478024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29.40%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05665" y="2478024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18.32%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756916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트리플 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38693" y="2756916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0.56 – 0.66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8785" y="2756916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칸 값 · 배수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8922" y="2756916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12.20%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05665" y="2756916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7.61%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035808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바깥 평지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38693" y="3035808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0.66 – 0.90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8785" y="3035808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칸 값 · 배수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8922" y="3035808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37.44%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5665" y="3035808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23.33%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3314700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더블 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38693" y="3314700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0.90 – 1.00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58785" y="3314700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칸 값 · 배수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8922" y="3314700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19.00%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5665" y="3314700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11.77%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93592"/>
            <a:ext cx="18803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 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38693" y="3593592"/>
            <a:ext cx="1728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1.00 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58785" y="3593592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빗나감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8922" y="3593592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5665" y="3593592"/>
            <a:ext cx="14253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37.68%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9273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「판 안」은 판에 꽂힌 것 중의 비율, 「던진 것 중」은 빗나감을 포함한 전체 대비다. 밸런스 계산은 언제나 뒤쪽 열을 쓴다.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4270248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9808" y="4407408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4636008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빗나감을 37.68%로 잡은 것은 「세 발에 한 발쯤은 빗나가야 실패가 자산이 된다」는 판단이다. 정확히 3분의 1이 아닌 것은 640×360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화면에 맞춘 정수 좌표(판 반지름 106 · 조준 진폭 119)의 반올림 결과다.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한 발이 정산되는 동안 두 개의 수가 따로 자란다. 마지막에 한 번 곱한다.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5452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3660" y="1664207"/>
            <a:ext cx="964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9828" y="1664207"/>
            <a:ext cx="7771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하는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5452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3660" y="1920239"/>
            <a:ext cx="964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9828" y="1920239"/>
            <a:ext cx="7771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꽂힌 칸이 칩의 시작값, 띠가 배수의 시작값이 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5452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3660" y="2199132"/>
            <a:ext cx="964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 특성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9828" y="2199132"/>
            <a:ext cx="7771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자루가 배수를 먼저 고친다. 무거운 −1 · 가벼운 +3 · 관통은 1로 고정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5452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3660" y="2478024"/>
            <a:ext cx="964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발동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828" y="2478024"/>
            <a:ext cx="7771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랙에 꽂힌 순서대로 한 장씩. 조건이 걸리면 효과를 얹는다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56916"/>
            <a:ext cx="5452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3660" y="2756916"/>
            <a:ext cx="964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곱셈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9828" y="2756916"/>
            <a:ext cx="7771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×N 칩이 두 번째 곱셈 층이다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035808"/>
            <a:ext cx="5452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3660" y="3035808"/>
            <a:ext cx="9647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9828" y="3035808"/>
            <a:ext cx="77711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× 배수 = 한 발의 점수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369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곱셈이 두 겹이 되는 순간 후반 라운드의 목표가 넘어갈 수 있는 수가 된다. R8 목표 2,500은 다트당 417점이고, 무개조 기본값 9.59점의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43배다.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9273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주의 — 발동 순서가 값을 바꾼다. 정산은 배수 +N을 다 더한 뒤 ×N을 곱하는 것이 아니다. 랙 순서대로 하나씩 처리하므로, 곱셈 칩이 덧셈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칩보다 앞에 있으면 아직 작은 배수를 곱한다. 같은 다섯 장이 순서에 따라 3,780점과 1,260점으로 갈린다.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라운드마다 제약 카드 셋 중 하나를 반드시 고른다. 스킵이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3529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제약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361" y="1664207"/>
            <a:ext cx="908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때리는 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1353" y="1664207"/>
            <a:ext cx="23529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55778" y="1664207"/>
            <a:ext cx="4575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설계 의도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920239"/>
            <a:ext cx="13529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좁은 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361" y="1920239"/>
            <a:ext cx="908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1353" y="1920239"/>
            <a:ext cx="23529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트리플·더블 링 폭 축소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5778" y="1920239"/>
            <a:ext cx="4575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띠를 노리는 빌드를 정면으로 때린다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199132"/>
            <a:ext cx="13529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역풍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361" y="2199132"/>
            <a:ext cx="908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1353" y="2199132"/>
            <a:ext cx="23529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 게이지 속도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5778" y="2199132"/>
            <a:ext cx="4575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손을 때린다. 빌드는 안 건드린다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478024"/>
            <a:ext cx="13529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안개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361" y="2478024"/>
            <a:ext cx="908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1353" y="2478024"/>
            <a:ext cx="23529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확인 구간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5778" y="2478024"/>
            <a:ext cx="4575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확인의 값을 역으로 증명한다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756916"/>
            <a:ext cx="13529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단벌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361" y="2756916"/>
            <a:ext cx="908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자원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1353" y="2756916"/>
            <a:ext cx="23529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 수 감소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55778" y="2756916"/>
            <a:ext cx="4575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한 발의 값이 오른다. 과잉 조준이 더 아프다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13529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금지 구역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361" y="3035808"/>
            <a:ext cx="908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빌드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1353" y="3035808"/>
            <a:ext cx="23529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지정 칸 점수 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5778" y="3035808"/>
            <a:ext cx="4575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특정 칸에 몰린 빌드를 때린다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314700"/>
            <a:ext cx="13529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둔화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361" y="3314700"/>
            <a:ext cx="9085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빌드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1353" y="3314700"/>
            <a:ext cx="23529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무작위 봉인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5778" y="3314700"/>
            <a:ext cx="4575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조합 자체를 잠근다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64845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조준을 때리는 것 셋 · 빌드를 때리는 것 셋으로 반씩 나눴다. 어느 쪽으로 치우쳐도 한 축만 판 플레이가 유리해진다.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3991356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8" y="4128516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357116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스킵을 없앤 것은 「얼마나 무리할까」가 아니라 「어느 쪽이 내 빌드에 덜 아픈가」를 묻기 위해서다. 스킵이 있으면 그 물음이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사라진다.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개조가 자유롭게 판을 바꾸면 판정의 if 사슬이 전제하는 순서가 깨진다.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그 순서 자체가 규칙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이고, 판을 굽는 매 단계마다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4207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한복판 ≤ 불 &lt; 둘째 트리플 안 &lt; 둘째 트리플 밖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&lt; 트리플 안 &lt; 트리플 밖 &lt; 더블 안 &lt; 판의 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214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지켜야 하는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41858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64308"/>
            <a:ext cx="8273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항목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724" y="2464308"/>
            <a:ext cx="303246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9631" y="2464308"/>
            <a:ext cx="5421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깨지면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837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720339"/>
            <a:ext cx="8273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최소 띠 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5724" y="2720339"/>
            <a:ext cx="303246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여섯 구간 각각 하한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631" y="2720339"/>
            <a:ext cx="5421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띠가 뒤집혀 판정이 역전된다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672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999232"/>
            <a:ext cx="8273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칸 값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5724" y="2999232"/>
            <a:ext cx="303246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9631" y="2999232"/>
            <a:ext cx="5421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25 이상은 불로 읽혀 「명중왕」과 홀짝 조건이 한꺼번에 죽는다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278124"/>
            <a:ext cx="8273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판값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5724" y="3278124"/>
            <a:ext cx="303246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기본의 1.50배 (15.43 → 23.15)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9631" y="3278124"/>
            <a:ext cx="5421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매대에 아예 안 뜬다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6118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판값(board_val)은 균등 조준 다트당 기대 점수를 면적 적분 하나로 낸 값이다. 개조 하나를 사면 칩 26종의 값어치가 전부 조금씩 움직이므로,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 한 수가 칩·개조·다트를 같은 자로 재게 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3장 · 주요 시스템 및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표가 스스로 잡는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CSV에는 컴파일이 없다. 오타 하나가 8라운드 중반의 조용한 미발동으로 나타나면 추적에 몇 시간이 든다. 그래서 부팅할 때 표 전체를 한 번 검사한다.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3794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83664"/>
            <a:ext cx="1386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검사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4579" y="1883664"/>
            <a:ext cx="79863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잡는 것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139696"/>
            <a:ext cx="1386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상위호환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4579" y="2139696"/>
            <a:ext cx="79863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같은 효과인데 조건이 상대를 담고 값이 크고 가격이 싸면, 그 상대는 영원히 안 팔린다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8658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18588"/>
            <a:ext cx="1386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완전분할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44579" y="2418588"/>
            <a:ext cx="79863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왼쪽·오른쪽처럼 판을 나누는 짝을 한 효과로 다 덮으면 조건이 사라진다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697480"/>
            <a:ext cx="1386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죽은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4579" y="2697480"/>
            <a:ext cx="79863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어떤 칩도 안 쓰는 조건이 몇 개인지 센다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4436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976372"/>
            <a:ext cx="1386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참조 무결성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4579" y="2976372"/>
            <a:ext cx="79863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등장 표의 칩 id, 개조의 배타 짝, 스테이지 id가 실재하는가. 배타는 대칭이어야 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255264"/>
            <a:ext cx="1386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범위와 형식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4579" y="3255264"/>
            <a:ext cx="79863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값이 0 이하인가, 참거짓 칸에 1/0이 아닌 것이 들었는가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50215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534156"/>
            <a:ext cx="13862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표시 문장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44579" y="3534156"/>
            <a:ext cx="79863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desc의 중괄호가 실제 열 이름과 맞는가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86791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검증은 첫 오류에서 안 멈추고 전부 모아 한 번에 뱉는다. 지금은 오류 0 · 경고 2이고, 둘 다 의도된 완전분할 짝이다.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 열 개가 이어지는 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280160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_new_run()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              ↓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┌──→  STAGE ──[제약 선택]──→ PICK ←──────────┐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AIM_V → AIM_H        │  남은 다트 있고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  목표 미달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CONFIRM → FLY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      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RESOLVE ───────────┘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목표 달성 또는 다트 0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                      ↓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목표 미달 ──→ OVER (실패)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R8 클리어 ──→ OVER (완주)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│        그 밖 ──→ CLEAR ──[클릭]──→ SHOP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└──────────────[다음 라운드]──────────────────┘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61188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657600"/>
            <a:ext cx="15872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루프가 둘이다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5593" y="3657600"/>
            <a:ext cx="77853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안쪽은 발 루프(6상태 × 최대 6번), 바깥은 라운드 루프(7번)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7705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13632"/>
            <a:ext cx="15872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빠져나가는 문은 하나다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5593" y="3913632"/>
            <a:ext cx="77853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RESOLVE가 끝날 때마다 「목표 달성 또는 다트 0」을 본다. 라운드가 끝날 때 목표 미달이면 그 자리에서 OVER다.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이어하기가 없다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32968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4361688"/>
            <a:ext cx="15872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R8에는 상점이 없다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5593" y="4361688"/>
            <a:ext cx="77853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마지막 라운드는 CLEAR와 SHOP을 안 거치고 바로 OVER로 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69544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추가 예정 — 타이틀 화면(TITLE)과 일시정지 판. 지금은 실행하면 곧바로 STAGE로 들어간다. 「미정」이 아니라 다음 작업 1순위다.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버튼 하나로 완주한다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좌클릭 말고는 게임 진행에 필요한 입력이 없다.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4783" y="1664207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좌클릭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1915" y="1664207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스페이스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4783" y="1920239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왼쪽 벽의 다트를 누르면 그 자루를 고른다 (히트박스 36×36)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1915" y="1920239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0번 자루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AIM_V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4783" y="2199132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 중심 반경 129px 안을 누르면 높이 확정. 벽의 다른 자루를 누르면 갈아타기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1915" y="2199132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즉시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AIM_H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4783" y="2478024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같은 규칙으로 좌우 확정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1915" y="2478024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즉시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56916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CONFIRM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4783" y="2756916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받지 않는다. 0.45초 뒤 자동 발사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1915" y="2756916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받지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035808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FLY · RESOLVE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4783" y="3035808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받지 않는다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1915" y="3035808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받지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314700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CLEAR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783" y="3314700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좌표를 안 본다. 아무 데나 누르면 상점으로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1915" y="3314700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상점으로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593592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STAGE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4783" y="3593592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카드가 다 설 때까지 0.56초 무시. 그 뒤 카드를 누르면 제약 확정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1915" y="3593592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동작 안 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8404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872484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SHOP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84783" y="3872484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창구 → 랙 → 리롤 → 다음 → 낙하 중 세우기 → 매물 → 취소 순으로 판정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1915" y="3872484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선택 해제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151376"/>
            <a:ext cx="112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OVER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4783" y="4151376"/>
            <a:ext cx="72156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아무 데나 누르면 새 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1915" y="4151376"/>
            <a:ext cx="9390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새 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48513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발을 던지는 손동작은 클릭 두 번이다. 첫 클릭이 높이, 둘째 클릭이 좌우. 나머지는 게임이 알아서 간다.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82803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없는 것 — 키 재설정 · 게임패드 · 터치 · 우클릭 취소. 마우스만으로는 완주할 수 있고, 키보드만으로는 못 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 클릭은 순서가 곧 명세다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344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6342" y="1280160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791" y="1280160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결과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9961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6342" y="1536192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딜러가 판을 쓸는 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791" y="1536192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입력을 통째로 삼킨다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7830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5084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6342" y="1815084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좌우 창구 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791" y="1815084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왼쪽 = 판매 확정, 오른쪽 = 구매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93976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6342" y="2093976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랙 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791" y="2093976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팔 칩 선택 토글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4086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72868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6342" y="2372868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리롤 버튼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791" y="2372868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매대를 다시 던진다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651760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6342" y="2651760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다음 라운드 버튼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791" y="2651760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다음 스테이지로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89864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30652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6342" y="2930652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매물이 아직 떨어지는 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791" y="2930652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구매가 아니라 「지금 세운다」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209544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6342" y="3209544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매물 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791" y="3209544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살 물건 선택 토글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5643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488436"/>
            <a:ext cx="5179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6342" y="3488436"/>
            <a:ext cx="33960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맨 펠트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791" y="3488436"/>
            <a:ext cx="53671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선택 취소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창구가 랙보다 먼저다. 뒤에 두면 랙 판정이 선택을 지운 뒤 창구가 거절해서 두 번 클릭 판매가 통째로 죽는다.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1650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끌어서 옮기고, 밀어서 산다. 왼쪽 끝에 밀면 판매, 오른쪽 끝에 밀면 구매. 방향이 곧 뜻이라 라벨을 안 읽어도 된다. 드래그로도 사고 두 번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클릭으로도 사는데, 두 경로가 마지막 한 함수에서 만나므로 「끌어서 산 것」과 「눌러서 산 것」이 다르게 처리될 길이 없다. 판매도 같은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구조다.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조작감을 정하는 네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이 넷이 「한 발 약 6초」라는 리듬 전체를 만든다.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287" y="1664207"/>
            <a:ext cx="6531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870" y="1664207"/>
            <a:ext cx="777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조절 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7550" y="1664207"/>
            <a:ext cx="11495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8522" y="1664207"/>
            <a:ext cx="4872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무엇을 정하는가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20239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gauge_speed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4287" y="1920239"/>
            <a:ext cx="6531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870" y="1920239"/>
            <a:ext cx="777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[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7550" y="1920239"/>
            <a:ext cx="11495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0.15 ~ 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8522" y="1920239"/>
            <a:ext cx="4872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조준선이 훑는 속도. 난이도의 핵심 손잡이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199132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confirm_hold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287" y="2199132"/>
            <a:ext cx="6531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0.45초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8870" y="2199132"/>
            <a:ext cx="777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; 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7550" y="2199132"/>
            <a:ext cx="11495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0.0 ~ 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8522" y="2199132"/>
            <a:ext cx="4872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확인 구간. 「본 것을 확인할 시간」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478024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fly_time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7" y="2478024"/>
            <a:ext cx="6531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0.20초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870" y="2478024"/>
            <a:ext cx="777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7550" y="2478024"/>
            <a:ext cx="11495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8522" y="2478024"/>
            <a:ext cx="4872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다트가 나는 시간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756916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resolve_beat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4287" y="2756916"/>
            <a:ext cx="65314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0.34초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48870" y="2756916"/>
            <a:ext cx="777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- 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17550" y="2756916"/>
            <a:ext cx="11495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0.08 ~ 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58522" y="2756916"/>
            <a:ext cx="4872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정산 한 단계. 반음 상승과 같은 박자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09067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정직하게 — 이 값들은 손으로 맞춘 것이고 실측이 아니다. 대신 게임 안에서 키로 바꿔 가며 맞출 수 있게 열어 뒀고, 현재 값이 화면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우하단에 항상 표시된다. 감을 감이라고 인정하되 맞추는 방법은 만들어 둔 것이다.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648456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785616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14216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조준 게이지 속도를 유일한 난이도 손잡이로 삼은 것은, 그 값 하나만 바꾸면 「같은 판, 다른 어려움」이 만들어지기 때문이다. 제약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「역풍」이 하는 일이 정확히 이것이다.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무엇을 먼저 보게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화면 요소가 마흔이 넘는다. 위계를 만드는 손잡이는 셋뿐이다.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5464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손잡이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779" y="1664207"/>
            <a:ext cx="59544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50629" y="1664207"/>
            <a:ext cx="278033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쓰는 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5464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밝기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779" y="1920239"/>
            <a:ext cx="59544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글자 → 강조 → 보조 → 보조를 25% 더 어둡게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0629" y="1920239"/>
            <a:ext cx="278033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강조색 글자는 화면에 한 줄뿐이다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5464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4779" y="2199132"/>
            <a:ext cx="59544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34 → 24 → 22 → 17 → 16 → 13 → 12 → 11 → 10 → 9 (pt)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0629" y="2199132"/>
            <a:ext cx="278033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9pt가 하위 정보 전용 층으로 굳어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5464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위치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4779" y="2478024"/>
            <a:ext cx="59544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상시 정보는 맨 위 18px 띠 하나에 몰고, 점수 카드는 착탄점 반대편 귀퉁이로 던진다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0629" y="2478024"/>
            <a:ext cx="278033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방금 던진 자리를 카드가 절대 안 덮는다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조준 중에 눈이 가야 하는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1546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조준선 — 배경 위에서 가장 밝고 채도가 높다 - 잠긴 축은 즉시 내려앉는다 — 좌우를 조준하는 동안 이미 잠근 가로선이 55% 어두워진다.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「이 축은 끝났다」가 밝기 하나로 말해진다 - 고른 자루 — 뽑아 든 것만 밝고 26px 앞으로 나온다. 나머지는 26% 어둡다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7124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안 보이게 눌러 놓은 것 — 칸 숫자 스무 개, 「목표」 라벨, 랙의 조건 태그. 전부 보조색이거나 9~12pt다. 판 위에 있어도 어둡다.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화면이 바뀌면 위계도 바뀐다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목표와 점수 진행은 던지는 중에만 쓸모가 있다. 다음 라운드 목표는 「다음」 버튼이 이미 들고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0387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7146" y="1664207"/>
            <a:ext cx="15525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상단 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1099" y="1664207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그 자리에 오는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10387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인게임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7146" y="1920239"/>
            <a:ext cx="15525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켠다 (18px)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1099" y="1920239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라운드 · 목표 진행 · 남은 다트 · 자금이 한 줄에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10387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7146" y="2199132"/>
            <a:ext cx="15525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1099" y="2199132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그 16px을 딜러에게 준다. 진행도는 자금판 위 2px 진행바가 대신 든다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10387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스테이지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7146" y="2478024"/>
            <a:ext cx="15525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1099" y="2478024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같음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56916"/>
            <a:ext cx="10387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정산 · 종료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7146" y="2756916"/>
            <a:ext cx="15525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판이 전부 꺼진다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1099" y="2756916"/>
            <a:ext cx="66898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그 화면 자체가 명세다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09067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인게임 화면의 네 덩어리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38785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433572"/>
            <a:ext cx="14736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칩 랙 다섯 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2049" y="3433572"/>
            <a:ext cx="78989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얼굴 위쪽이 조건, 아래쪽이 값이다. 값만 보이면 「홀수 애호」와 「짝수 애호」가 구별되지 않는다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65302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689604"/>
            <a:ext cx="14736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왼쪽 벽의 남은 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32049" y="3689604"/>
            <a:ext cx="78989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목록이 아니라 물건이다. 라운드가 시작되면 오른쪽에서 날아와 꽂히고, 던진 것만 사라진다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936491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968496"/>
            <a:ext cx="14736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정산 카드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32049" y="3968496"/>
            <a:ext cx="78989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조준에 집중하다가 점수를 받을 때만 화면 귀퉁이에서 튀어나온다. 한 장씩, 발동한 칩만 이름을 띄운다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47388"/>
            <a:ext cx="14736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상단 띠 하나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32049" y="4247388"/>
            <a:ext cx="78989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눈이 갈 곳을 하나로 묶었다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기호 서른여덟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글자를 안 읽어도 종류가 갈리게 만든다. 그 대가로 배워야 할 그림이 서른여덟 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실루엣이 먼저 갈린다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6138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07107"/>
            <a:ext cx="24111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종류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9553" y="2007107"/>
            <a:ext cx="69614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형태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65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63139"/>
            <a:ext cx="24111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칩 (아이템)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9553" y="2263139"/>
            <a:ext cx="69614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꽉 찬 원반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100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542032"/>
            <a:ext cx="24111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개조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9553" y="2542032"/>
            <a:ext cx="69614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사각 캐비닛 위에 얹힌 미니 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820924"/>
            <a:ext cx="24111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9553" y="2820924"/>
            <a:ext cx="69614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긴 대각 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678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099816"/>
            <a:ext cx="24111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9553" y="3099816"/>
            <a:ext cx="69614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바탕 없이 획과 덩어리만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378708"/>
            <a:ext cx="24111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빈 랙 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9553" y="3378708"/>
            <a:ext cx="69614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속 빈 고리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255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657600"/>
            <a:ext cx="241118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골드 (통화)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9553" y="3657600"/>
            <a:ext cx="696141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직사각 플라크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9135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아이템이 원반이므로 통화는 직사각으로 형태를 갈랐다.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33425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서른여덟의 내역 — 조건 도형 19 + 제약 아이콘 6 + 개조 아이콘 8 + 다트 아이콘 5. 칩 26장이 조건 열아홉을 하나도 안 남기고 전부 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67715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두 세트가 반대 극성이다. 개조 아이콘은 좋아진 곳을 강조색으로 덮고, 제약 아이콘은 나빠진 곳만 손실색으로 칠한다. 제약 세트에는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강조색과 골드색이 한 번도 안 나온다. 금색이 한 점만 섞여도 「얻는 것」으로 읽히기 때문이다.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2349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38은 한 판의 학습량이 아니다. 상점은 방문마다 칩 2 · 개조 1 · 다트 1이고 방문이 일곱 번이다. 리롤을 안 쓰면 한 판에 실제로 만나는 것은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최대 서른한 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4장 · 조작 방법 및 UI/UX 콘셉트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실수를 막는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되돌리기가 거의 없는 게임이다. 그래서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실수가 성립하지 않게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만드는 쪽에 붙였다.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누르기 전에 막는다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6138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07107"/>
            <a:ext cx="11624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장치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0814" y="2007107"/>
            <a:ext cx="82101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하는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65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63139"/>
            <a:ext cx="11624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못 사는 이유를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미리 말한다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0814" y="2263139"/>
            <a:ext cx="82101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판정이 한 곳에 있고 소비자가 넷이다. 실제 거절 · 툴팁 마지막 줄 · 계산대 라벨 색 · 앞치마 문장. 문구는 「이미 구매함」 /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「골드가 N 모자란다」 / 「칩 랙이 꽉 찼다」 / 「바꿀 표준 다트가 없다」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679191"/>
            <a:ext cx="9555480" cy="448056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711196"/>
            <a:ext cx="11624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조준은 판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위에서만 잠긴다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0814" y="2711196"/>
            <a:ext cx="82101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반경 129px 밖을 눌러도 안 잠긴다. 자루를 고르려다 빗나간 클릭이 조준이 되면 무를 수 없는 실수가 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159252"/>
            <a:ext cx="11624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실수 매매가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부등식으로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막힌다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0814" y="3159252"/>
            <a:ext cx="82101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창구는 펠트 사다리꼴의 빗변 바깥이다. 물리 트레이가 닿는 자리와 빗변 사이에 최소 120px 여백이 있어(2,000롤 실측), 손으로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밀지 않는 한 어떤 물건도 창구에 못 닿는다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3133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움직이는 것은 못 누른다 — 매물이 낙하 중이면 첫 클릭은 「지금 세운다」다. 스테이지 카드는 0.56초 딜링이 끝날 때까지 클릭을 무시한다.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히트박스는 그림이 앞으로 나와도 제자리에 둔다. 따라가면 커서 끝에서 60Hz로 떤다.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38912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탭과 드래그를 가르는 5px — 판정에 쓰는 것은 현재 거리가 아니라 누적 최대 거리다. 이 한 줄이 「끌고 갔다 돌아와서 뗌 → 탭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판정」이라는 경로를 원천 차단한다.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매물이 테이블 위로 떨어진다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고정 진열대가 아니다. 먼 레일 뒤에서 던져져 펠트에 튕기고 서로 부딪히며 매번 다른 자리에 정착한다.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2143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물리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01677" y="1664207"/>
            <a:ext cx="72292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반암시적 오일러 · 1/160초 고정 서브스텝 · 쿨롱 마찰. 유한 시간 안에 반드시 멈추는 것이 증명된다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39"/>
            <a:ext cx="2143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왼쪽은 팔고 오른쪽은 산다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1677" y="1920239"/>
            <a:ext cx="72292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창구가 좌우로 둘이다. 매물을 오른쪽에 밀면 구매, 랙의 칩을 왼쪽에 밀면 판매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99132"/>
            <a:ext cx="2143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던지면 미끄러진다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1677" y="2199132"/>
            <a:ext cx="72292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세게 밀면 펠트 위를 미끄러져 창구로 들어간다. 「밀어 넣는다」가 문자 그대로다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478024"/>
            <a:ext cx="2143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리롤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1677" y="2478024"/>
            <a:ext cx="72292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딜러가 팔로 판 위의 물건을 판매 창구로 쓸어 담고 새로 던진다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811780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948940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77540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상점을 물리 테이블로 만든 것은, 매대를 「목록」이 아니라 「자리」로 만들기 위해서다. 목록에서 고르는 것과 판 위에서 집어 미는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것은 같은 구매가 아니다. 라운드마다 배치가 달라지는 것도 그래서 값이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등장인물은 둘이다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344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20802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38628" y="1280160"/>
            <a:ext cx="54463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딜러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6463" y="1280160"/>
            <a:ext cx="1754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플레이어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9961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20802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화면에 나오는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8628" y="1536192"/>
            <a:ext cx="54463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몸통과 두 팔. 목 위는 칩 랙 뒤로 잘려 안 보인다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6463" y="1536192"/>
            <a:ext cx="1754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다트를 쥔 손 하나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7830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5084"/>
            <a:ext cx="20802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이름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8628" y="1815084"/>
            <a:ext cx="54463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없다. 「딜러」로만 부른다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6463" y="1815084"/>
            <a:ext cx="1754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93976"/>
            <a:ext cx="20802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대사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8628" y="2093976"/>
            <a:ext cx="54463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6463" y="2093976"/>
            <a:ext cx="1754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4086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72868"/>
            <a:ext cx="20802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하는 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8628" y="2372868"/>
            <a:ext cx="54463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판을 벌이고, 매물을 던지고, 리롤에 판을 쓸어 담는다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6463" y="2372868"/>
            <a:ext cx="1754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던진다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70662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딜러의 얼굴을 안 그린 것은 설계다. 화면에서 딜러가 그려질 수 있는 세로는 73px뿐이다. 그 위는 칩 랙이 덮는다. 640×360에서 73px에 얼굴을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넣으면 눈코입이 각각 1~2px이 되어 사람이 아니라 얼룩이 된다. 그래서 목 위를 랙 뒤로 넣었다. 제약이 그대로 인상이 된다 — 손과 몸만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보이는 딜러는 표정을 읽을 수 없다.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4792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플레이어 캐릭터를 안 만든 이유 — 이 게임에서 플레이어의 정체는 아무 규칙에도 안 걸린다. 손 하나면 충분하고, 캐릭터를 세우면 그 순간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대사와 동기가 필요해진다.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성장 축이 셋이고, 서로를 대체하지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보통 이 장르는 성장 축이 하나다. 여기는 셋이고 각자 다른 물음에 답한다.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7023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0764" y="1664207"/>
            <a:ext cx="5333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규모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5579" y="1664207"/>
            <a:ext cx="5366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바꾸는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3208" y="1664207"/>
            <a:ext cx="2587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슬롯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920239"/>
            <a:ext cx="7023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0764" y="1920239"/>
            <a:ext cx="5333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26종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5579" y="1920239"/>
            <a:ext cx="5366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어디를 노릴지를 바꾼다. 조건과 효과의 짝이다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08" y="1920239"/>
            <a:ext cx="2587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199132"/>
            <a:ext cx="7023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개조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0764" y="2199132"/>
            <a:ext cx="5333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8종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5579" y="2199132"/>
            <a:ext cx="5366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판이 읽는 값 자체를 바꾼다. 판의 모양이 달라진다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3208" y="2199132"/>
            <a:ext cx="2587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없음 (판값 상한이 대신한다)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478024"/>
            <a:ext cx="7023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다트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0764" y="2478024"/>
            <a:ext cx="5333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5579" y="2478024"/>
            <a:ext cx="536618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던지는 감각을 바꾼다. 게이지 속도와 배수를 맞바꾼다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08" y="2478024"/>
            <a:ext cx="2587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탄창 6칸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축이 한 저울 위에 있다. 판값(board_val)이 균등 조준 다트당 기대 점수를 면적 적분으로 낸다. 그래서 개조 하나를 사면 칩 26종의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값어치가 전부 조금씩 움직인다. 이것이 이 게임의 밸런스 통화다.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32384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369564"/>
            <a:ext cx="11826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0991" y="3369564"/>
            <a:ext cx="27752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기본 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7636" y="3369564"/>
            <a:ext cx="53233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상한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5890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625596"/>
            <a:ext cx="11826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40991" y="3625596"/>
            <a:ext cx="27752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15.43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7636" y="3625596"/>
            <a:ext cx="53233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23.15 (×1.50)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— 조건과 효과의 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 한 장은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「언제 걸리는가」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와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「무엇을 하는가」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두 조각이다.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664207"/>
            <a:ext cx="8915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┌─────────────────┐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▲▲▲   삼중고   │  ← 얼굴 위쪽 = 조건 도형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   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배수 +4      │  ← 아래쪽 = 효과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│              7  │  ← 가격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└─────────────────┘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3D394A"/>
                </a:solidFill>
                <a:latin typeface="Consolas"/>
              </a:rPr>
              <a:t>   트리플 명중 시 · 배수 +4 · 7골드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0720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한 장을 이루는 여섯 칸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10438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150108"/>
            <a:ext cx="44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3624" y="3150108"/>
            <a:ext cx="49673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695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06139"/>
            <a:ext cx="44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3624" y="3406139"/>
            <a:ext cx="49673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코드가 부르는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530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85031"/>
            <a:ext cx="44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3624" y="3685031"/>
            <a:ext cx="49673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화면에 뜨는 이름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3923"/>
            <a:ext cx="44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rarity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3624" y="3963923"/>
            <a:ext cx="49673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 · 보통 · 희귀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10811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242815"/>
            <a:ext cx="44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cond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3624" y="4242815"/>
            <a:ext cx="49673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조건 19종 중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521707"/>
            <a:ext cx="44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kind ·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3624" y="4521707"/>
            <a:ext cx="49673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효과 종류와 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768595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800599"/>
            <a:ext cx="44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3624" y="4800599"/>
            <a:ext cx="49673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가격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134355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효과는 네 종뿐이다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43153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477255"/>
            <a:ext cx="24965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종류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870" y="5477255"/>
            <a:ext cx="6079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하는 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118" y="5477255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장수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696711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733287"/>
            <a:ext cx="24965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870" y="5733287"/>
            <a:ext cx="6079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칩(앞자리)에 더한다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118" y="5733287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980175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012179"/>
            <a:ext cx="24965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mult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870" y="6012179"/>
            <a:ext cx="6079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배수에 더한다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118" y="6012179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291071"/>
            <a:ext cx="24965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xmult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54870" y="6291071"/>
            <a:ext cx="6079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배수에 곱한다 — 두 번째 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118" y="6291071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6537959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69963"/>
            <a:ext cx="24965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mult_streak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54870" y="6569963"/>
            <a:ext cx="60798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같은 칸을 이을수록 자란다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118" y="6569963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판정 함수가 아는 술어 전부다. 오른쪽 수치는 기본 판에서 다트 한 발이 그 조건에 걸릴 확률이다.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36만 발을 실제 판정 함수로 돌려 잰 값이다.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3794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883664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1346" y="1883664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발동률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4668" y="1883664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9086" y="1883664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발동률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1031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39696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무조건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1346" y="2139696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62.24%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4668" y="2139696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 이하 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9086" y="2139696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15.32%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8658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418588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직전과 다른 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346" y="2418588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60.66%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4668" y="2418588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더블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9086" y="2418588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11.77%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697480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빗나감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11346" y="2697480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37.76%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4668" y="2697480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 맞힌 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9086" y="2697480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10.70%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94436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976372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오른쪽 절반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1346" y="2976372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31.19%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4668" y="2976372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막 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9086" y="2976372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255264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왼쪽 절반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1346" y="3255264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31.05%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4668" y="3255264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첫 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9086" y="3255264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10.32%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50215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534156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홀수 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11346" y="3534156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30.57%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4668" y="3534156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9086" y="3534156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7.61%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3813048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짝수 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11346" y="3813048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30.50%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4668" y="3813048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같은 칸 연속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9086" y="3813048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1.58%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05993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4091940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6~14 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1346" y="4091940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27.42%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4668" y="4091940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연속 명중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9086" y="4091940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1.58%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370832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11346" y="4370832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19.38%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4668" y="4370832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9086" y="4370832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1.18%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461772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4649724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15 이상 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11346" y="4649724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18.32%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44668" y="4649724"/>
            <a:ext cx="325297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9086" y="4649724"/>
            <a:ext cx="13418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9834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표가 알려 준 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5326379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왼쪽 31.05 + 오른쪽 31.19 = 62.24. 「무조건」과 소수점까지 같은 값이다. 두 장을 같이 사면 조건이 사라진다 - 홀수 30.57 + 짝수 30.50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= 61.07. 무조건보다 1.17%p 낮은 것은 불(25·50)이 홀수도 짝수도 아니기 때문이다 - 조건 열아홉 중 죽은 것이 하나도 없다. 칩 26장이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열아홉을 하나도 안 남기고 전부 쓴다 - 「같은 칸 연속」과 「연속 명중」은 같은 술어다. 포함관계 표에 서로를 담는다고 적혀 있고,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발동률도 둘 다 1.58%다. 그런데 값이 7골드와 11골드다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효과가 작은 쪽이다. 가격 4·7이고 R2 상점부터 뜬다.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7196" y="1664207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4130" y="1664207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1215" y="1664207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31662" y="1664207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가격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8597" y="1664207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발동%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5413" y="1664207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다트당 기여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920239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대물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7196" y="1920239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4130" y="1920239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 이상 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1215" y="1920239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31662" y="1920239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8597" y="1920239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18.32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5413" y="1920239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4.23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199132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가장자리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47196" y="2199132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4130" y="2199132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더블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1215" y="2199132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31662" y="2199132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8597" y="2199132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11.77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5413" y="2199132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3.69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478024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짝수 애호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47196" y="2478024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4130" y="2478024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짝수 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1215" y="2478024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31662" y="2478024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8597" y="2478024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30.50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5413" y="2478024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6.15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756916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좌익수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196" y="2756916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4130" y="2756916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왼쪽 절반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31215" y="2756916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31662" y="2756916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8597" y="2756916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31.05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5413" y="2756916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7.21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35808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밑천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196" y="3035808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84130" y="3035808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 이하 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31215" y="3035808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+2 · 골드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1662" y="3035808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68597" y="3035808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15.32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35413" y="3035808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0.92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314700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홀수 애호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47196" y="3314700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84130" y="3314700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홀수 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1215" y="3314700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31662" y="3314700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68597" y="3314700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30.57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5413" y="3314700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6.18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593592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우익수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47196" y="3593592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84130" y="3593592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오른쪽 절반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31215" y="3593592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31662" y="3593592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68597" y="3593592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31.19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35413" y="3593592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6.31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8404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3872484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소물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47196" y="3872484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84130" y="3872484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 이하 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31215" y="3872484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31662" y="3872484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68597" y="3872484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15.32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35413" y="3872484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2.29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151376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삼중고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7196" y="4151376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흔함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584130" y="4151376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31215" y="4151376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31662" y="4151376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68597" y="4151376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7.61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5413" y="4151376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3.20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" y="439826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430268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본전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47196" y="4430268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84130" y="4430268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직전과 다른 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31215" y="4430268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+12 · 골드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31662" y="4430268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68597" y="4430268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60.66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435413" y="4430268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10.43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709159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띠쟁이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47196" y="4709159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84130" y="4709159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31215" y="4709159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31662" y="4709159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68597" y="4709159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19.38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35413" y="4709159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9.27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66928" y="495604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6928" y="4988051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명중왕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947196" y="4988051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84130" y="4988051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불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31215" y="4988051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1662" y="4988051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68597" y="4988051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35413" y="4988051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2.81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6928" y="5266943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첫 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47196" y="5266943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584130" y="5266943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첫 발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31215" y="5266943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031662" y="5266943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68597" y="5266943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10.32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35413" y="5266943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6.65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5513831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66928" y="5545835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막판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947196" y="5545835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584130" y="5545835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막 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31215" y="5545835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×2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1662" y="5545835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668597" y="5545835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5413" y="5545835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5824727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947196" y="5824727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584130" y="5824727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첫 발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31215" y="5824727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+26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031662" y="5824727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68597" y="5824727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35413" y="5824727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3.84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66928" y="6071615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66928" y="6103619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외골수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947196" y="6103619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584130" y="6103619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같은 칸 연속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1215" y="6103619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31662" y="6103619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668597" y="6103619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1.58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435413" y="6103619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" y="6382511"/>
            <a:ext cx="12888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손맛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947196" y="6382511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보통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584130" y="6382511"/>
            <a:ext cx="20556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 맞힌 뒤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731215" y="6382511"/>
            <a:ext cx="2209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031662" y="6382511"/>
            <a:ext cx="5454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668597" y="6382511"/>
            <a:ext cx="67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10.70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35413" y="6382511"/>
            <a:ext cx="159555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4.60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671626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흔함 아홉은 전부 4골드다. 발동률이 15~31%로 넓고 효과가 작아서, 한 장으로는 판을 못 바꾸고 두세 장이 겹쳐야 뜻이 생긴다. 보통 여덟은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7골드이고 조건이 좁아지는 대신 효과가 커진다.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빌드의 축이 되는 쪽이다. 아홉 장 중 다섯이 골드 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6577" y="1664207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854" y="1664207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1740" y="1664207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4832" y="1664207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가격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3109" y="1664207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발동%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4140" y="1664207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다트당 기여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920239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변덕쟁이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6577" y="1920239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4854" y="1920239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직전과 다른 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1740" y="1920239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4832" y="1920239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3109" y="1920239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4140" y="1920239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19.13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199132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빈손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6577" y="2199132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4854" y="2199132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빗나감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740" y="2199132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4832" y="2199132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3109" y="2199132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37.76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4140" y="2199132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11.33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478024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기본기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16577" y="2478024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4854" y="2478024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무조건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41740" y="2478024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4832" y="2478024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3109" y="2478024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62.24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4140" y="2478024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22.31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756916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칼끝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16577" y="2756916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4854" y="2756916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더블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1740" y="2756916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×2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4832" y="2756916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3109" y="2756916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11.77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04140" y="2756916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2.46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035808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큰손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6577" y="3035808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54854" y="3035808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41740" y="3035808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84832" y="3035808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3109" y="3035808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7.61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4140" y="3035808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2.40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314700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물주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6577" y="3314700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54854" y="3314700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무조건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41740" y="3314700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+16 · 골드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832" y="3314700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3109" y="3314700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62.24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04140" y="3314700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14.28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593592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정밀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6577" y="3593592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54854" y="3593592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연속 명중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41740" y="3593592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+3/연속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84832" y="3593592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23109" y="3593592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04140" y="3593592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0.52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8404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3872484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증폭기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16577" y="3872484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54854" y="3872484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무조건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41740" y="3872484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×2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84832" y="3872484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3109" y="3872484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62.24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04140" y="3872484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9.59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151376"/>
            <a:ext cx="11582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중물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16577" y="4151376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희귀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54854" y="4151376"/>
            <a:ext cx="209544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6~14 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41740" y="4151376"/>
            <a:ext cx="225165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84832" y="4151376"/>
            <a:ext cx="54683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3109" y="4151376"/>
            <a:ext cx="6895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27.42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04140" y="4151376"/>
            <a:ext cx="16268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15.82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4485131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정밀(기여 0.52)과 기본기(22.31)는 43배 차이다. 이것은 밸런스가 깨진 것이 아니라 측정 모형의 한계다. 「연속 명중」은 균등 조준이 같은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칸을 연달아 못 맞히기 때문에 거의 안 걸린다. 한 섹터를 겨냥하는 실제 플레이에서는 값이 완전히 달라진다.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 칩 다섯 — 슬롯 하나를 수입에 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득점 반쪽을 깎고 정산에서 골드를 받는다. 다섯 장 모두 같은 조건의 다른 칩보다 득점이 낮고,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그 차액이 골드의 가격이다.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91772" y="1664207"/>
            <a:ext cx="16974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0712" y="1664207"/>
            <a:ext cx="25919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득점 반쪽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4121" y="1664207"/>
            <a:ext cx="15697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라운드당 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5279" y="1664207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가격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124" y="1664207"/>
            <a:ext cx="20808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같은 조건 최고 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20239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밑천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772" y="1920239"/>
            <a:ext cx="16974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 이하 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0712" y="1920239"/>
            <a:ext cx="25919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+2 (기여 0.92)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4121" y="1920239"/>
            <a:ext cx="15697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5279" y="1920239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0124" y="1920239"/>
            <a:ext cx="20808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소물 2.29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199132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본전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91772" y="2199132"/>
            <a:ext cx="16974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직전과 다른 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80712" y="2199132"/>
            <a:ext cx="25919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+12 (기여 10.43)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4121" y="2199132"/>
            <a:ext cx="15697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5279" y="2199132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0124" y="2199132"/>
            <a:ext cx="20808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변덕쟁이 19.13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478024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1772" y="2478024"/>
            <a:ext cx="16974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첫 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80712" y="2478024"/>
            <a:ext cx="25919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+26 (기여 3.84)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4121" y="2478024"/>
            <a:ext cx="15697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5279" y="2478024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0124" y="2478024"/>
            <a:ext cx="20808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첫 발 6.65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2756916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큰손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1772" y="2756916"/>
            <a:ext cx="16974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80712" y="2756916"/>
            <a:ext cx="25919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배수 +3 (기여 2.40)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4121" y="2756916"/>
            <a:ext cx="15697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5279" y="2756916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0124" y="2756916"/>
            <a:ext cx="20808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삼중고 3.20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35808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물주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1772" y="3035808"/>
            <a:ext cx="16974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무조건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0712" y="3035808"/>
            <a:ext cx="25919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점수 +16 (기여 14.28)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4121" y="3035808"/>
            <a:ext cx="156971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4.00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5279" y="3035808"/>
            <a:ext cx="5334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0124" y="3035808"/>
            <a:ext cx="20808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기본기 22.31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369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비교 — 같은 「무조건」 조건에서 기본기는 점수 +25인데 물주는 +16이다. 9점의 차이가 골드 수입의 값이다.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712464"/>
            <a:ext cx="9555480" cy="562356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9808" y="3849624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4078224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골드 칩은 「지금 점수를 포기하고 나중을 산다」는 결정을 슬롯 하나로 강제한다. 슬롯이 다섯뿐이라 이 결정이 실제로 아프다.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조건이 넓고 값이 작은 칩과 좁고 큰 칩을 같은 자로 재기 위해, 실제 판정 함수에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36만 발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을 통과시켜 칩마다 두 수를 뽑았다.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20163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재는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4754" y="1664207"/>
            <a:ext cx="73562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뜻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39"/>
            <a:ext cx="20163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발동률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4754" y="1920239"/>
            <a:ext cx="73562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 한 발에서 그 칩의 조건이 걸릴 확률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99132"/>
            <a:ext cx="201638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다트당 기여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4754" y="2199132"/>
            <a:ext cx="735621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그 칩 한 장만 들었을 때 다트당 늘어나는 점수의 기대값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5328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전제 셋 — 이 값들이 무엇을 가정하는가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8757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1. 칩은 한 장만 든다. 조합 효과는 이 표에 안 들어 있다 2. 균등 조준. 착탄점이 조준 사각형 위에 고르게 분포한다고 본다 3. 기본 판.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개조가 하나도 안 붙은 상태다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3357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세 전제가 모두 실제 플레이와 다르다. 그래서 이 표는 「칩끼리 비교하는 자」이지 실제 점수 예측이 아니다. 다음 장의 시너지가 이 한계에서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출발한다.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조건이 겹치는 자리와 안 겹치는 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열아홉을 서로 곱해 보면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171쌍 중 38쌍(22%)이 영원히 안 만난다.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326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배타가 되는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9727" y="1664207"/>
            <a:ext cx="6111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39"/>
            <a:ext cx="326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빗나가면 빈손만 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19727" y="1920239"/>
            <a:ext cx="6111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빗나감 × 나머지 열여덟 전부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99132"/>
            <a:ext cx="326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한 발의 링은 하나다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9727" y="2199132"/>
            <a:ext cx="6111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 × 더블, 트리플 × 불, 더블 × 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478024"/>
            <a:ext cx="326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불은 칸이 아니다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9727" y="2478024"/>
            <a:ext cx="6111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불 × 홀수 · 짝수 · 대물 · 중물 · 소물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756916"/>
            <a:ext cx="326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판을 나누는 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9727" y="2756916"/>
            <a:ext cx="6111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홀 × 짝, 좌 × 우, 대물 × 중물 × 소물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035808"/>
            <a:ext cx="326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순번은 하나뿐이다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9727" y="3035808"/>
            <a:ext cx="6111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첫 발 × 막 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69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반대로 반드시 겹치는 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66674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12464"/>
            <a:ext cx="6051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관계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9736" y="3712464"/>
            <a:ext cx="3321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확률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319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68496"/>
            <a:ext cx="6051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트리플 · 더블 → 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9736" y="3968496"/>
            <a:ext cx="3321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21538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247388"/>
            <a:ext cx="6051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아무 명중 조건 → 무조건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9736" y="4247388"/>
            <a:ext cx="3321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526280"/>
            <a:ext cx="6051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같은 칸 ↔ 연속 명중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9736" y="4526280"/>
            <a:ext cx="3321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100% 양방향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77316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805172"/>
            <a:ext cx="6051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아무 조건 → 직전과 다른 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9736" y="4805172"/>
            <a:ext cx="33212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97.0 ~ 99.4%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13892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판이 좌우 대칭이 아니다. 칸 배치 때문에 왼쪽 절반은 중물이 60%, 오른쪽 절반은 대물 35% · 소물 35%다. 좌익수와 중물은 같은 조준선을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쓴다. 그리고 큰 칸의 이웃은 작은 칸이다 — 20의 이웃은 1과 5다. 대물을 노리면 소물이 터진다.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5장 · 캐릭터 · 유닛 · 아이템 기획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성립하는 조합 다섯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축마다 조준선이 다르고, 축마다 무서워하는 제약이 다르다.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0364" y="1664207"/>
            <a:ext cx="37319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칩 다섯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3776" y="1664207"/>
            <a:ext cx="5427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골드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7962" y="1664207"/>
            <a:ext cx="5457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다트당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5198" y="1664207"/>
            <a:ext cx="20023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38971" y="1664207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최대 약점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920239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0364" y="1920239"/>
            <a:ext cx="37319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명중왕 · 기본기 · 물주 · 변덕쟁이 · 증폭기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3776" y="1920239"/>
            <a:ext cx="5427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7962" y="1920239"/>
            <a:ext cx="5457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761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5198" y="1920239"/>
            <a:ext cx="20023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 한복판. 빗나감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8971" y="1920239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역풍 −60%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199132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중앙-좌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0364" y="2199132"/>
            <a:ext cx="37319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좌익수 · 중물 · 기본기 · 물주 · 증폭기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3776" y="2199132"/>
            <a:ext cx="5427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7962" y="2199132"/>
            <a:ext cx="5457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5198" y="2199132"/>
            <a:ext cx="20023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 왼쪽 0.45R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8971" y="2199132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무조준 −68%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478024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우측 대소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0364" y="2478024"/>
            <a:ext cx="37319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우익수 · 소물 · 변덕쟁이 · 기본기 · 증폭기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3776" y="2478024"/>
            <a:ext cx="5427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7962" y="2478024"/>
            <a:ext cx="5457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45198" y="2478024"/>
            <a:ext cx="20023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오른쪽 18칸 방향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8971" y="2478024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판갈이 −21%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2756916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0364" y="2756916"/>
            <a:ext cx="37319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가장자리 · 띠쟁이 · 기본기 · 칼끝 · 증폭기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3776" y="2756916"/>
            <a:ext cx="5427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07962" y="2756916"/>
            <a:ext cx="5457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45198" y="2756916"/>
            <a:ext cx="20023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반지름이 전부다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8971" y="2756916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좁은 판 −43%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035808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무조건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0364" y="3035808"/>
            <a:ext cx="37319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기본기 · 물주 · 변덕쟁이 · 빈손 · 증폭기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3776" y="3035808"/>
            <a:ext cx="5427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07962" y="3035808"/>
            <a:ext cx="5457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45198" y="3035808"/>
            <a:ext cx="200233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요구 없음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38971" y="3035808"/>
            <a:ext cx="10919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369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축마다 다른 성격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7124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- 불은 최강이면서 위험이 아예 없다(빗나감 0.00%). 대신 역풍 하나가 761 → 308로 죽인다. 그리고 열 장이 이 축과 배타다 - 우측 대소는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가장 싸고(40골드) 오차에 강하다. 18칸 양옆이 소물이라 빗맞아도 걸린다 - 무조건은 천장이 낮은 대신 어떤 제약도 안 무섭다. R6는 넘고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R7에서 막힌다. 보험 축이다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48513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그런데 완성이 안 된다. 누적 골드가 R5에 35, R6에 44, R7에 53인데 위 축들이 40~54골드다. 증폭기는 R5 매대에 처음 뜬다. 축이 완성되는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시점과 그 축이 필요한 시점 사이에 여유가 한 라운드도 없다.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같이 들면 안 되는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344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17945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반시너지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2878" y="1280160"/>
            <a:ext cx="75780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9961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36192"/>
            <a:ext cx="17945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배타인 칩 짝 59개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2878" y="1536192"/>
            <a:ext cx="75780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325짝의 18%. 빈손은 나머지 25장 전부와 배타다. 명중왕은 열 장과 배타다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5084"/>
            <a:ext cx="17945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빈손은 배수를 절대 안 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2878" y="1815084"/>
            <a:ext cx="75780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빗나가면 판정이 다른 조건을 안 본다. 기여가 다트당 11.30점에 고정된다. 빌드가 셀수록 빈손이 나빠진다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93976"/>
            <a:ext cx="17945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다트가 링 조건을 죽인다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2878" y="2093976"/>
            <a:ext cx="75780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 특성이 배수를 먼저 고치므로, 무거운·가벼운·관통·자석 넷 다 트리플 발동률을 0%로 만든다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40864"/>
            <a:ext cx="9555480" cy="448056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72868"/>
            <a:ext cx="179451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조건이 같은 두 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2878" y="2372868"/>
            <a:ext cx="757809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외골수(7골드·기여 0.67)와 정밀(11골드·기여 0.52)은 같은 술어다. 첫 발(45점·기여 6.65)과 판돈(26점·기여 3.84)도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조건이 같다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87578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가장 큰 반시너지는 칩이 아니라 다트다. 6골드짜리 가벼운 다트 하나가 칸 축을 +83%, 무조건 축을 +195% 올리고 동시에 링 축을 −70% 낸다.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 다섯 장 중 어느 한 장보다 크다.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33572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70732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799332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배타를 없애지 않고 남긴 것은, 「무엇을 같이 못 드는가」를 아는 것 자체가 이 게임의 학습 대상이기 때문이다. 다만 그 정보가 화면에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안 나와 있는 것은 알려진 문제다.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상점의 자리는 정확히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라운드를 클리어하면 매물 넷이 테이블 위로 떨어진다.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4374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무엇이 뜨는가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5804" y="1664207"/>
            <a:ext cx="79351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칩 2 · 개조 1 · 다트 1. 개조가 동나거나 판이 더는 못 받으면 그 자리를 칩으로 메운다. 자리는 늘 넷이다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39"/>
            <a:ext cx="14374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무효 구매를 뺀다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5804" y="1920239"/>
            <a:ext cx="79351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판이 못 받는 개조와 이미 산 개조는 매대에 아예 안 뜬다. 「살 수 있는데 사면 안 되는 것」을 만들지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99132"/>
            <a:ext cx="14374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리롤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804" y="2199132"/>
            <a:ext cx="79351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방문마다 한 번은 무료. 그 뒤로 2골드에서 시작해 쓸 때마다 1씩 오른다. 배치까지 다시 던진다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478024"/>
            <a:ext cx="14374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되팔기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5804" y="2478024"/>
            <a:ext cx="793516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랙의 칩을 왼쪽 창구로 밀면 판다. 구매가 절반(내림)이라 평균 46%만 돌아온다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되팔 수 있는 것은 칩뿐이다. 판(개조)과 탄창(다트)은 되돌릴 수 없다. 개조가 안 지워지고 판의 모양으로 남는 것이 이 게임의 성격이다.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골드는 네 갈래로 들어오고, 전부 유인이 붙어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R1에 4골드로는 이자가 0이다.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첫 상점에서 다 쓸지 아낄지가 첫 결정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0916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갈래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9987" y="1664207"/>
            <a:ext cx="16376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9074" y="1664207"/>
            <a:ext cx="65518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붙어 있는 유인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10916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클리어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9987" y="1920239"/>
            <a:ext cx="16376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9074" y="1920239"/>
            <a:ext cx="65518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기본 보상. 넘기기만 하면 받는다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10916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남은 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9987" y="2199132"/>
            <a:ext cx="16376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 / 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9074" y="2199132"/>
            <a:ext cx="65518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적은 발로 끝내라. 넘긴 순간 라운드가 끝나므로 과잉 조준이 손해가 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10916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이자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49987" y="2478024"/>
            <a:ext cx="16376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보유 5당 1 (상한 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9074" y="2478024"/>
            <a:ext cx="65518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모아 둬라. 저축과 즉시 구매 사이의 첫 저울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56916"/>
            <a:ext cx="10916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골드 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49987" y="2756916"/>
            <a:ext cx="163764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칩마다 다름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9074" y="2756916"/>
            <a:ext cx="655189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슬롯 하나를 수입에 걸어라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09067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누적 골드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38785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433572"/>
            <a:ext cx="15011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9507" y="3433572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5797" y="3433572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2087" y="3433572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R3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8378" y="3433572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R4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4668" y="3433572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R5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0958" y="3433572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R6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7248" y="3433572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R7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65302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689604"/>
            <a:ext cx="15011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누적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9507" y="3689604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55797" y="3689604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52087" y="3689604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48378" y="3689604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4668" y="3689604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0958" y="3689604"/>
            <a:ext cx="70484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7248" y="3689604"/>
            <a:ext cx="3093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44 → 53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4023359"/>
            <a:ext cx="9555480" cy="777240"/>
          </a:xfrm>
          <a:prstGeom prst="rect">
            <a:avLst/>
          </a:prstGeom>
          <a:solidFill>
            <a:srgbClr val="FD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160520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기획 의도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389120"/>
            <a:ext cx="91897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네 갈래가 서로 다른 방향을 당긴다. 남은 다트는 「빨리 끝내라」, 이자는 「쓰지 마라」, 골드 칩은 「슬롯을 걸어라」. 한 방향으로만</a:t>
            </a:r>
          </a:p>
          <a:p>
            <a:pPr algn="l">
              <a:lnSpc>
                <a:spcPct val="128000"/>
              </a:lnSpc>
            </a:pPr>
            <a:r>
              <a:rPr sz="1050" b="0">
                <a:solidFill>
                  <a:srgbClr val="1A1822"/>
                </a:solidFill>
                <a:latin typeface="맑은 고딕"/>
              </a:rPr>
              <a:t>최적화되지 않게 만드는 것이 목적이다.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희귀가 뜻을 갖게 하는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전에는 매대가 균등 추첨이라 14골드 희귀가 4골드 흔함과 같은 확률로 떴다.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「희귀」라는 말이 게임 안에서 아무 뜻이 없었다는 뜻이다.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7065" y="1664207"/>
            <a:ext cx="4003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가중치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92270" y="1664207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해금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흔함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7065" y="1920239"/>
            <a:ext cx="4003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2270" y="1920239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R2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보통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7065" y="2199132"/>
            <a:ext cx="4003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270" y="2199132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희귀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7065" y="2478024"/>
            <a:ext cx="40037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2270" y="2478024"/>
            <a:ext cx="263869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R4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81178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가중치의 출처는 이 표 한 장뿐이다. 칩마다 개별 가중치를 적을 칸도 있지만 비워 두는 것이 기본이고, 지금은 한 장도 안 쓴다. 예외가 늘면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등급이 다시 뜻을 잃는다.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369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해금 라운드가 학습 곡선을 만든다. 희귀가 R4부터 뜨므로, R1~R3은 흔함·보통으로만 빌드를 짠다. 그 세 라운드가 조건과 효과의 문법을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배우는 구간이다.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개조는 판이 읽는 값을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칩이 판정 결과를 읽는다면, 개조는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판정이 읽는 값 자체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를 바꾼다.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9848" y="1664207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1893" y="1664207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효과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0239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속살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9848" y="1920239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띠 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1893" y="1920239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 띠 +0.06 · 더블 띠 −0.06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199132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겉살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9848" y="2199132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띠 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1893" y="2199132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 띠 −0.06 · 더블 띠 +0.06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78024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벼랑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9848" y="2478024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띠 위치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1893" y="2478024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트리플 띠를 더블 안쪽에 붙인다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56916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아랫목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9848" y="2756916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띠 추가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1893" y="2756916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안쪽에 트리플 띠를 하나 더 얹는다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035808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멍석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69848" y="3035808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중앙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1893" y="3035808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한복판을 줄이고 불을 넓힌다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314700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판벌이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69848" y="3314700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 크기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1893" y="3314700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판이 커진다. 빗나감 37.68% → 24.60%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593592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판갈이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9848" y="3593592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칸 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1893" y="3593592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가장 작은 칸이 20이 된다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8404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872484"/>
            <a:ext cx="17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짝패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9848" y="3872484"/>
            <a:ext cx="11706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칸 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1893" y="3872484"/>
            <a:ext cx="63990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칸마다 짝이 생긴다 · 짝수 칸 −1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2062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이름은 단골들의 말이다. 속살 · 겉살 · 벼랑 · 아랫목 · 멍석 · 판벌이 · 판갈이 · 짝패. 간판은 영어지만 판 위에서 쓰는 말은 여기 사람들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말이 남았다.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76402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속살과 겉살은 배타다. 정확한 역방향이라 둘을 같이 사면 서로를 되돌린다. 판벌이와 판갈이를 같이 사면 판값 상한(×1.50)에 걸려 매대에 안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뜬다.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다트 다섯은 던지는 감각을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탄창 여섯 발을 어떤 자루로 채울지가 세 번째 성장 축이다. 한 발마다 어느 자루를 쓸지 고르므로,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구성 자체가 순서 설계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가 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2017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0132" y="1664207"/>
            <a:ext cx="6844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게이지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6054" y="1664207"/>
            <a:ext cx="9431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0618" y="1664207"/>
            <a:ext cx="57279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특성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90037" y="1664207"/>
            <a:ext cx="54093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가격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920239"/>
            <a:ext cx="12017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0132" y="1920239"/>
            <a:ext cx="6844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6054" y="1920239"/>
            <a:ext cx="9431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0618" y="1920239"/>
            <a:ext cx="57279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기준선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90037" y="1920239"/>
            <a:ext cx="54093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199132"/>
            <a:ext cx="12017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무거운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0132" y="2199132"/>
            <a:ext cx="6844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0.55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6054" y="2199132"/>
            <a:ext cx="9431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−1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0618" y="2199132"/>
            <a:ext cx="57279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조준선이 느려진다. 초당 333px → 183px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90037" y="2199132"/>
            <a:ext cx="54093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478024"/>
            <a:ext cx="12017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가벼운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60132" y="2478024"/>
            <a:ext cx="6844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6054" y="2478024"/>
            <a:ext cx="9431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+3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70618" y="2478024"/>
            <a:ext cx="57279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초당 633px로 훑는다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0037" y="2478024"/>
            <a:ext cx="54093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756916"/>
            <a:ext cx="12017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관통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0132" y="2756916"/>
            <a:ext cx="6844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36054" y="2756916"/>
            <a:ext cx="9431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1로 고정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0618" y="2756916"/>
            <a:ext cx="57279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링 조건 칩이 전부 죽는다. 칸 값 빌드 전용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90037" y="2756916"/>
            <a:ext cx="54093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035808"/>
            <a:ext cx="12017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자석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60132" y="3035808"/>
            <a:ext cx="68448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36054" y="3035808"/>
            <a:ext cx="94312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−1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70618" y="3035808"/>
            <a:ext cx="57279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유효 명중 반지름 확대. 빗나감 37.68% → 5.52%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90037" y="3035808"/>
            <a:ext cx="54093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695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게이지 속도와 배수의 맞바꿈이 이 축의 전부다. 무거운 다트는 트리플 띠(폭 10.6px)에 걸기가 훨씬 쉬워지는 대신 배수가 하나 깎인다.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가벼운 다트는 정반대다.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9273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탄창은 벽에 꽂힌 여섯 자루다. 남은 다트를 목록이 아니라 물건으로 보여준다. 라운드가 시작되면 오른쪽에서 날아와 벽에 꽂히고, 던진 것만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사라진다. 자루가 빠져도 남은 것이 자리를 다시 맞추지 않는다 — 한 칸이 비는 것이 맞다.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6장 · 성장 및 경제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아직 안 채운 설계 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조건 19 × 효과 4 =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76칸 중 21칸이 찼다(28%).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어디가 비었는지 적어 두면 다음 칩이 빈칸에서 나온다.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972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0911" y="1664207"/>
            <a:ext cx="7400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내용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20239"/>
            <a:ext cx="1972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곱셈 층이 세 장뿐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0911" y="1920239"/>
            <a:ext cx="7400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chip 13 · mult 9 · xmult 3 · mult_streak 1. 빌드가 커지는 길이 좁다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167127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99132"/>
            <a:ext cx="1972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영구 성장이 하나도 없다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0911" y="2199132"/>
            <a:ext cx="7400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 사이에 남는 것이 아무것도 없다. 판마다 완전 초기화다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478024"/>
            <a:ext cx="1972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안 읽는 입력이 많다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0911" y="2478024"/>
            <a:ext cx="7400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다트 종류 · 보드 개조 수 · 보유 골드 · 보유 칩 수 · 라운드 번호. 전부 있는데 칩이 하나도 안 읽는다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756916"/>
            <a:ext cx="1972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같은 축에 한 장뿐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0911" y="2756916"/>
            <a:ext cx="7400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조건 19종 중 15종이 딱 한 장씩이다. 축이라기보다 표본이 하나씩 있는 셈이다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09067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가격당 기여로 보면 변덕쟁이 2.733, 정밀 0.047로 58배 차이다. 죽은 축(같은 칸 · 연속)을 살리든 걷어내든 정해야 한다. 지금은 사면 손해인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칩이 매대 넷 중 한 자리를 차지한다.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지금 빌드에서 확인된 것만 적는다. 고친 척하지 않는다.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18487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64207"/>
            <a:ext cx="12096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8021" y="1664207"/>
            <a:ext cx="5242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심각도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3727" y="1664207"/>
            <a:ext cx="43154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내용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0658" y="1664207"/>
            <a:ext cx="3140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조정안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83663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920239"/>
            <a:ext cx="12096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중앙 조준이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지나치게 강하다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8021" y="1920239"/>
            <a:ext cx="5242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3727" y="1920239"/>
            <a:ext cx="43154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불이 칩 25를 주는데 배수 칩과 겹치면 한 발이 크게 나온다.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게다가 중앙은 빗나갈 일이 거의 없어 위험이 없다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0658" y="1920239"/>
            <a:ext cx="3140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불의 칩 값을 내리거나, 중앙 조건 칩의 폭을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좁힌다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36291"/>
            <a:ext cx="9555480" cy="448056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68296"/>
            <a:ext cx="12096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랙 순서를 못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바꾼다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8021" y="2368296"/>
            <a:ext cx="5242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높음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3727" y="2368296"/>
            <a:ext cx="43154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발동 순서가 구매 순서다. 곱셈 칩을 먼저 사면 같은 다섯 장이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−67%까지 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0658" y="2368296"/>
            <a:ext cx="3140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랙 드래그 재정렬을 넣거나, 정산 시 곱셈을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항상 마지막에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816352"/>
            <a:ext cx="12096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완전분할 구멍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8021" y="2816352"/>
            <a:ext cx="5242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중간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3727" y="2816352"/>
            <a:ext cx="43154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좌익수 + 우익수 합 8골드가 조건 없는 배수 +4가 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0658" y="2816352"/>
            <a:ext cx="3140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같은 분할·같은 효과가 매대에 같이 안 뜨게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232404"/>
            <a:ext cx="9555480" cy="448056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264408"/>
            <a:ext cx="12096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가벼운 다트가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칩보다 세다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68021" y="3264408"/>
            <a:ext cx="5242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중간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3727" y="3264408"/>
            <a:ext cx="43154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6골드 자루 하나가 칸 축을 +83% 올린다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0658" y="3264408"/>
            <a:ext cx="3140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가격을 축별 영향에 맞춰 다시 잡는다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712464"/>
            <a:ext cx="12096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축 완성 시점이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빠듯하다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8021" y="3712464"/>
            <a:ext cx="5242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중간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83727" y="3712464"/>
            <a:ext cx="43154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누적 골드와 축 가격 사이에 여유가 한 라운드도 없다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0658" y="3712464"/>
            <a:ext cx="3140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골드 수입을 올리거나 축 가격을 내린다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28516"/>
            <a:ext cx="9555480" cy="448056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160520"/>
            <a:ext cx="120965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플레이테스트</a:t>
            </a:r>
          </a:p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기록이 0건이다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68021" y="4160520"/>
            <a:ext cx="52426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높음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3727" y="4160520"/>
            <a:ext cx="43154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유일한 검증이 헤드리스 자동 플레이인데, 그건 착탄점을 무작위로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찍으므로 실력 게임의 실제 난이도를 못 잰다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90658" y="4160520"/>
            <a:ext cx="314030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사람 플레이 로그를 남긴다 — 라운드별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클리어율, 사망 분포, 실제 조준 분포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아트와 사운드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보드 · 칩 · 다트 · 카지노 테이블. 글자를 뺀 모든 것이 코드로 그려진다. 씬은 노드 하나이고, 그리는 함수 하나가 화면 전체를 매 프레임 다시 그린다.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836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왜 이렇게 했는가 640×360에 최근접 필터라 이 크기에서 읽히는 것과 안 읽히는 것이 설계를 계속 되돌려 놓는다. 그림 파일이 있으면 「일단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그려 놓고 나중에」가 되지만, 코드로 그리면 안 읽히는 것은 그 자리에서 고칠 수밖에 없다.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4144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팔레트는 열셋뿐이다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73862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784348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바탕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4925" y="2784348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2922" y="2784348"/>
            <a:ext cx="139130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어두운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5669" y="2784348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밝은 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3666" y="2784348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글자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1663" y="2784348"/>
            <a:ext cx="139130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보조 글자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4410" y="2784348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강조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0380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40380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14111f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4925" y="3040380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221d33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2922" y="3040380"/>
            <a:ext cx="139130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2b2438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5669" y="3040380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e8dfc8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3666" y="3040380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f4efe2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21663" y="3040380"/>
            <a:ext cx="139130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8f86a8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4410" y="3040380"/>
            <a:ext cx="122655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f2b134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37413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 파랑(3f8fd8)과 배수 빨강(e2593f)이 갈리는 것이 이 규칙의 가장 중요한 자리다. 정산 카드에서 두 수가 색으로 구별된다.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71703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그림이 안 되면 기능을 바꾼다. 남은 다트를 손이 부채처럼 들고 있는 안을 두 번 만들었다가 버렸다. 어떤 각도로 그려도 살구색 덩어리로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읽혔기 때문이고, 벽에 꽂힌 자루로 바꾼 뒤에야 읽혔다.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사인파와 사각파를 섞어 실행 중에 만든다. 음악은 없고 효과음만 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630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반음 상승이 정산의 뼈대다. 칩이 한 장씩 발동할 때마다 소리가 반음씩 올라간다. 몇 장이 남았는지 화면을 안 봐도 귀로 안다. 그리고 마지막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음이 가장 높다. 게임 이름이 여기서 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7627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21991"/>
            <a:ext cx="12561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14495" y="2221991"/>
            <a:ext cx="8116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무엇을 말하는가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144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78024"/>
            <a:ext cx="12561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명중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4495" y="2478024"/>
            <a:ext cx="8116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등급마다 세기가 다르다. 빗나감 · 단타 · 더블 · 트리플 · 불 · 한복판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72491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756916"/>
            <a:ext cx="12561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칩 발동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4495" y="2756916"/>
            <a:ext cx="8116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반음씩 상승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035808"/>
            <a:ext cx="12561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구매 · 판매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4495" y="3035808"/>
            <a:ext cx="8116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창구 방향에 따라 다르다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82696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14700"/>
            <a:ext cx="12561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4495" y="3314700"/>
            <a:ext cx="8116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못 사는 이유가 있을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648456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점수를 받는 순간이 이 게임에서 가장 느리다. 처음에는 정산이 훨씬 빨랐다. 빠른 정산은 결과를 알려 주기만 하고 세어 볼 틈을 안 준다.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그래서 한 단계에 0.34초를 두고, 소리가 다음 수를 예고하게 했다. 조준은 긴장이고 정산은 보상이다. 보상 구간은 느리게, 한 장씩, 소리와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함께 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지금 플레이할 수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34439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4983" y="1280160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064" y="1280160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499616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조준 · 판정 · 라운드 진행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4983" y="1536192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3064" y="1536192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여덟 라운드 완주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783080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5084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칩 26종 · 개조 8종 · 다트 5종 · 제약 6종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4983" y="1815084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3064" y="1815084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수치는 CSV 여덟 장에서 편집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93976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상점 — 물리 낙하 · 끌어 옮기기 · 던지기 · 두 갈래 구매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4983" y="2093976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완성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3064" y="2093976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4086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72868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스테이지 3택 · 정산 · 골드 경제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4983" y="2372868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완성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73064" y="2372868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651760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데이터 검증기 · 측정기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4983" y="2651760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완성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73064" y="2651760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오류 0 · 경고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89864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930652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사운드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4983" y="2930652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부분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73064" y="2930652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절차적 합성음만. 음악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209544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타이틀 · 설정 · 일시정지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4983" y="3209544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73064" y="3209544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다음 작업 1순위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5643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488436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튜토리얼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4983" y="3488436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73064" y="3488436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1라운드가 사실상 튜토리얼 구간이다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767328"/>
            <a:ext cx="53266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메타 진행 · 언락 · 세이브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4983" y="3767328"/>
            <a:ext cx="696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없음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73064" y="3767328"/>
            <a:ext cx="32579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판마다 완전 초기화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10108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기술 구조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39826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43984"/>
            <a:ext cx="29799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파일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8332" y="4443984"/>
            <a:ext cx="63926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내용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466344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29799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scenes/main.tscn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38332" y="4700016"/>
            <a:ext cx="63926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노드 하나. 여섯 줄이다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94690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78908"/>
            <a:ext cx="29799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scripts/game.gd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8332" y="4978908"/>
            <a:ext cx="63926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게임 전체. 그리기 · 입력 · 물리 · 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257800"/>
            <a:ext cx="29799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scripts/data.gd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38332" y="5257800"/>
            <a:ext cx="63926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CSV 로딩과 검증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550468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536692"/>
            <a:ext cx="29799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data/.csv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38332" y="5536692"/>
            <a:ext cx="63926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여덟 장. 밸런스 수치 전부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70447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개발 궤적 — 1주차 컨셉·조준·판정·득점 연출 → 2주차 칩과 상점·클리어 정산·스테이지 선택 → 3주차 상점을 물리 테이블로·인게임 UI·탄창</a:t>
            </a:r>
          </a:p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→ 4주차 아이콘 체계·데이터 테이블·기획서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개발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1A1822"/>
                </a:solidFill>
                <a:latin typeface="맑은 고딕"/>
              </a:rPr>
              <a:t>다음에 할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78992"/>
            <a:ext cx="8641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3D394A"/>
                </a:solidFill>
                <a:latin typeface="맑은 고딕"/>
              </a:rPr>
              <a:t>여덟 라운드가 끝까지 돌고, 밸런스 수치는 CSV 여덟 장에서 나온다. 발동률과 기여도는 36만 발을 실제 판정 함수에 통과시켜 쟀다. </a:t>
            </a:r>
            <a:r>
              <a:rPr sz="1150" b="1">
                <a:solidFill>
                  <a:srgbClr val="1A1822"/>
                </a:solidFill>
                <a:latin typeface="맑은 고딕"/>
              </a:rPr>
              <a:t>아직 사람이 플레이한 기록은 0건이다.</a:t>
            </a:r>
            <a:r>
              <a:rPr sz="1150" b="0">
                <a:solidFill>
                  <a:srgbClr val="3D394A"/>
                </a:solidFill>
                <a:latin typeface="맑은 고딕"/>
              </a:rPr>
              <a:t> 다음 작업은 그 기록을 남기는 것이다.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82495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83664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먼저 할 것 — 근거를 실측으로 옮긴다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8084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26564"/>
            <a:ext cx="15807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사람 플레이 로그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39137" y="2226564"/>
            <a:ext cx="7791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라운드별 클리어율 · 사망 분포 · 실제 조준 분포. 지금 난이도 곡선의 근거가 균등 조준 가정 하나뿐이다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46020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82596"/>
            <a:ext cx="15807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조준 모형 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137" y="2482596"/>
            <a:ext cx="7791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균등과 중앙 편향을 나란히 두고 사이를 범위로 읽는다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729484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761488"/>
            <a:ext cx="15807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타이틀 · 일시정지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9137" y="2761488"/>
            <a:ext cx="7791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지금은 실행하면 곧바로 게임이 시작된다. 제목이 화면에 한 번도 안 나온다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040380"/>
            <a:ext cx="15807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중앙 조준 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9137" y="3040380"/>
            <a:ext cx="7791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불의 칩 값과 중앙 조건 칩의 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8726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5807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랙 재정렬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9137" y="3319272"/>
            <a:ext cx="7791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곱셈 칩의 순서 의존을 없앤다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653028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나중에 할 것 — 아직 안 정한 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50208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95928"/>
            <a:ext cx="13977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8라운드 이후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6093" y="3995928"/>
            <a:ext cx="79748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>
                <a:solidFill>
                  <a:srgbClr val="8F5800"/>
                </a:solidFill>
                <a:latin typeface="맑은 고딕"/>
              </a:rPr>
              <a:t>8라운드 완주로 끝. 무한 모드 · 승수 상승 · 일일 챌린지는 미정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215384"/>
            <a:ext cx="9555480" cy="10972"/>
          </a:xfrm>
          <a:prstGeom prst="rect">
            <a:avLst/>
          </a:prstGeom>
          <a:solidFill>
            <a:srgbClr val="C9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51960"/>
            <a:ext cx="13977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리플레이 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6093" y="4251960"/>
            <a:ext cx="79748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시작 덱 변형 · 시작 판 변형 검토 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498848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530852"/>
            <a:ext cx="13977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목표 규모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6093" y="4530852"/>
            <a:ext cx="79748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칩 40 · 개조 12 정도. 검증기의 경고가 확장 가이드다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809744"/>
            <a:ext cx="13977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음악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6093" y="4809744"/>
            <a:ext cx="79748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라운드 진행에 층을 쌓는 방식이 맞겠지만 미정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056632"/>
            <a:ext cx="9555480" cy="278892"/>
          </a:xfrm>
          <a:prstGeom prst="rect">
            <a:avLst/>
          </a:prstGeom>
          <a:solidFill>
            <a:srgbClr val="F3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088636"/>
            <a:ext cx="139772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1A1822"/>
                </a:solidFill>
                <a:latin typeface="맑은 고딕"/>
              </a:rPr>
              <a:t>튜토리얼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6093" y="5088636"/>
            <a:ext cx="797487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D394A"/>
                </a:solidFill>
                <a:latin typeface="맑은 고딕"/>
              </a:rPr>
              <a:t>배워야 할 기호가 서른여덟 개다. 줄이는 쪽과 가르치는 쪽 중 미정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422392"/>
            <a:ext cx="9555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3D394A"/>
                </a:solidFill>
                <a:latin typeface="맑은 고딕"/>
              </a:rPr>
              <a:t>지금 어디까지 왔나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6568" y="7159751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8000"/>
              </a:lnSpc>
            </a:pPr>
            <a:r>
              <a:rPr sz="800" b="0">
                <a:solidFill>
                  <a:srgbClr val="5E5A6B"/>
                </a:solidFill>
                <a:latin typeface="맑은 고딕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