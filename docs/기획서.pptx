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0689336" cy="756208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317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8F5800"/>
                </a:solidFill>
                <a:latin typeface="맑은 고딕"/>
              </a:rPr>
              <a:t>게임창작기획서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974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5400" b="1">
                <a:solidFill>
                  <a:srgbClr val="1A1822"/>
                </a:solidFill>
                <a:latin typeface="맑은 고딕"/>
              </a:rPr>
              <a:t>하이톤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500" b="0">
                <a:solidFill>
                  <a:srgbClr val="5E5A6B"/>
                </a:solidFill>
                <a:latin typeface="맑은 고딕"/>
              </a:rPr>
              <a:t>HIGHTONE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4526280"/>
            <a:ext cx="29260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75488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던지는 손과 읽는 머리가 곱해지는 다트 로그라이트.</a:t>
            </a:r>
          </a:p>
          <a:p>
            <a:pPr>
              <a:lnSpc>
                <a:spcPct val="145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점수는 칩과 배수로 나뉘고, 둘은 더해지지 않고 곱해진다.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65099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85000"/>
              </a:lnSpc>
            </a:pPr>
            <a:r>
              <a:rPr sz="900" b="0">
                <a:solidFill>
                  <a:srgbClr val="5E5A6B"/>
                </a:solidFill>
                <a:latin typeface="맑은 고딕"/>
              </a:rPr>
              <a:t>장르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5E5A6B"/>
                </a:solidFill>
                <a:latin typeface="맑은 고딕"/>
              </a:rPr>
              <a:t>플랫폼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5E5A6B"/>
                </a:solidFill>
                <a:latin typeface="맑은 고딕"/>
              </a:rPr>
              <a:t>해상도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5E5A6B"/>
                </a:solidFill>
                <a:latin typeface="맑은 고딕"/>
              </a:rPr>
              <a:t>엔진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565099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85000"/>
              </a:lnSpc>
            </a:pPr>
            <a:r>
              <a:rPr sz="900" b="0">
                <a:solidFill>
                  <a:srgbClr val="3D394A"/>
                </a:solidFill>
                <a:latin typeface="맑은 고딕"/>
              </a:rPr>
              <a:t>싱글플레이 로그라이트 · 스코어어택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3D394A"/>
                </a:solidFill>
                <a:latin typeface="맑은 고딕"/>
              </a:rPr>
              <a:t>PC (Windows) · 마우스 단독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3D394A"/>
                </a:solidFill>
                <a:latin typeface="맑은 고딕"/>
              </a:rPr>
              <a:t>640 × 360 · 최근접 필터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3D394A"/>
                </a:solidFill>
                <a:latin typeface="맑은 고딕"/>
              </a:rPr>
              <a:t>Godot 4.7 · GDScript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문서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이 문서를 읽는 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수치는 전부 지금 도는 빌드에서 나온 값이다. 표에 적힌 숫자와 게임 안의 숫자가 다를 수 없도록, 이 문서의 데이터 표는 프로젝트의 CSV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파일에서 그대로 뽑았다. 발동률과 기여도는 실제 판정 함수에 36만 발을 통과시켜 잰 값이다.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56231"/>
          <a:ext cx="9555479" cy="22905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90302"/>
                <a:gridCol w="876517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구성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여섯 장으로 나눈다. 개요 → 핵심 재미 → 시스템과 규칙 → 조작과 UI → 아이템 → 성장과 경제. 앞 장이 뒷 장의 전제가 된다.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수치의 출처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밸런스 상수는 scripts/data.gd, 아이템 표는 data/.csv 한 곳에만 있다. 코드에 복제본이 없다.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미정 표시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아직 안 정한 것은 「미정」이라 적었다.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용어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= 아이템, 개조 = 보드 변형, 탄창 = 다트 구성. 게임 안에서 쓰는 말을 그대로 쓴다.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세계관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이 게임에는 대사도 컷신도 없다. 세계관은 화면과 물건의 이름으로만 말한다.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상업 계획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이 문서는 상업 출시 계획을 다루지 않는다.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 / 50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8" cy="26746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46674"/>
                <a:gridCol w="830911"/>
                <a:gridCol w="567789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쪽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무엇을 답하는가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 게임 개요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4–8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이게 무슨 게임인가, 왜 다트인가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2 핵심 재미 요소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9–13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한 발 · 한 라운드 · 한 판이 어떻게 도는가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3 주요 시스템 및 규칙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14–20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꽂힌 자리가 어떻게 점수가 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4 조작 방법 및 UI/UX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21–28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손은 무엇을 하고, 화면은 무엇을 말하는가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5 캐릭터 · 아이템 기획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29–39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무엇을 모으고, 그것들이 어떻게 겹치는가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6 성장 및 경제 시스템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40–46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돈이 어디서 들어와 어디로 나가는가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아트와 사운드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47–48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이미지 파일과 사운드 파일이 0개인 이유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개발 현황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49–50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지금 무엇이 돌고, 다음에 무엇을 하는가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 / 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로그라인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간판에 불이 하나 나간 밤의 바, 하이톤. 안쪽 벽에 다트판이 하나 걸려 있고, 그 앞 펠트 테이블 뒤에 정장을 입은 딜러가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선다. 여기서 파는 것은 술이 아니다. 판이다.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8928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던지는 손과 읽는 머리가 곱해지는 다트 로그라이트.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시놉시스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플레이어는 여덟 판을 버틴다. 한 판마다 넘겨야 하는 수가 있고, 못 넘기면 그날은 거기서 끝난다. 판과 판 사이에 딜러가 테이블 위로 물건을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던져 준다. 칩, 판을 고치는 연장, 새 다트. 사는 것은 자유지만 자리는 넷이고 주머니는 얇다.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점수는 두 개의 수로 만들어진다. 꽂힌 자리가 앞의 수를 정하고, 들고 있는 칩이 뒤의 수를 정한다. 둘은 더해지지 않고 곱해진다. 한쪽만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파서는 후반을 못 넘긴다.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칩이 한 장씩 값을 붙일 때마다 소리가 반음씩 오른다. 마지막 음이 가장 높다. 가게 이름은 거기서 왔다.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3909060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02555"/>
                <a:gridCol w="845292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장르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싱글플레이 로그라이트 · 스코어어택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플랫폼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PC (Windows) · 마우스 단독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12~15분 (미측정 · 라운드 8 × 다트 6 기준 추정)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엔진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Godot 4.7 · GDScript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해상도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640 × 360 · 최근접 필터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규모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1인 개발 · 프로토타입 진행 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 / 50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점수는 칩 × 배수다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다트 한 발이 만드는 점수는 두 개의 수로 나뉜다.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66878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25          ×          9          =         225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칩                    배수                  점수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꽂힌 칸이 정한다        꽂힌 링과 들고 있는        한 발의 결과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   칩이 정한다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5374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예시. 20번 칸 트리플에 꽂힌다. 칸 20이 칩 20을, 트리플 링이 배수 3을 준다. 여기에 칩 「삼중고」(트리플 명중 시 배수 +4)가 붙으면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배수가 7이 된다. 20 × 7 = 140.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칩과 배수의 분담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419856"/>
          <a:ext cx="9555479" cy="8915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28004"/>
                <a:gridCol w="7727475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실력이 앞자리를 만든다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어느 칸에 꽂혔는지는 순전히 조준의 결과다. 칩을 아무리 모아도 빗나가면 곱할 것이 없다.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빌드가 뒷자리를 만든다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배수는 칩이 얹는다. 조준이 완벽해도 빌드가 없으면 R5(목표 470)에서 벽에 부딪힌다.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실패도 축이 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 범위가 판보다 넓어 37.68%가 빗나간다. 「빗나가면 점수 +30」이 그 빈칸을 자산으로 바꾼다.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66928" y="4402836"/>
            <a:ext cx="9555480" cy="61722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두 수를 곱한 이유는 하나다. 한 축만 파는 플레이를 막고 싶었다. 더하기였다면 조준을 포기하고 칩만 모으는 길이 열린다.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5 / 50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왜 다트판이어야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카드 게임에서 배수는 카드에 적힌 수다. 다트판에서 배수는 판 위의 띠이고, 띠는 넓이를 가진다. 이 게임이 다트판을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고른 이유가 그 넓이다.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92807"/>
          <a:ext cx="9555478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03150"/>
                <a:gridCol w="2593630"/>
                <a:gridCol w="395869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카드 게임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이 게임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「배수 3」이 뜻하는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카드를 뽑았는가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판의 12.20%짜리 띠에 넣었는가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올리는 방법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더 좋은 카드를 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카드를 사거나 띠를 넓힌다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실력의 자리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띠에 넣는 것이 곧 실력이다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17296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넓이가 배수라면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개조 「속살」 한 장이 트리플 띠를 0.06 넓히면, 칩을 한 장도 안 사고 배수 3의 기대값이 절반 가까이 오른다. 카드 게임에는 이 축이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없다.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조준이 배수에 직접 닿는다. 같은 칩 다섯 장이라도 어디를 노리느냐로 값이 달라진다.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빗나감이 설계 재료가 된다. 판 밖은 배수 0으로 처리하지 않고 「빗나감」이라는 조건으로 잡았다.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668012"/>
            <a:ext cx="9555480" cy="61722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소재를 카드나 주사위로 바꾸면 넓이 축이 통째로 빠진다.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6 / 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발라트로에서 카드 뽑기를 뺐다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발라트로의 정산 구조를 참조했다.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6550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04737"/>
                <a:gridCol w="3720072"/>
                <a:gridCol w="423067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참조작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가져온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버린 것 · 바꾼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발라트로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조건×효과 카드, 슬롯 5칸, 점수×배수 정산, 상점 리롤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카드 뽑기를 버렸다. 무작위 패 대신 조준이 그 자리를 채운다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다트 (실물)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20칸 배치, 트리플·더블 띠, 불과 한복판의 이중 구조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501도 크리켓도 없다. 빌린 것은 판의 형태뿐이다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플래시 게임 2단 게이지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상하 한 번, 좌우 한 번 멈추는 조작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난수를 0으로 만들었다. 연습이 반드시 실력으로 쌓인다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슬롯 머신 / 카지노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펠트 테이블, 칩, 딜러, 창구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도박이 없다. 판돈을 거는 구간이 한 번도 없다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41528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경쟁작과 갈라지는 지점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조준과 착탄에 난수가 0이다. 게이지는 주기 1.0의 삼각파이고, 멈춘 시점이 그대로 착탄점이다.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밸런스 통화가 기하다. 판값(board_val)이 균등 조준 다트당 기대 점수를 면적 적분 하나로 낸다. 칩·개조·다트가 「다트당 몇 점」이라는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같은 자로 재진다.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조합을 막는 것은 슬롯이 아니다. 판값이다. 칩은 5칸이 상한이지만 개조는 슬롯을 안 먹는다. 대신 판값이 기본의 1.50배를 넘기는 개조는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매대에 아예 안 뜬다.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7 / 50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덱빌더를 끝까지 해 본 사람에게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타깃 유저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41348"/>
          <a:ext cx="9555479" cy="13990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35036"/>
                <a:gridCol w="8820443"/>
              </a:tblGrid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주 타깃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15~29세 · PC · 한 번에 15~40분. 로그라이트 덱빌더를 끝까지 해 본 사람. 조건×효과와 곱셈 빌드의 문법을 이미 안다. 새로 배울 것은 조준 하나뿐이다.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부 타깃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플래시 게임 세대. 2단 게이지 조준은 설명이 필요 없는 조작이다. 빌드는 몰라도 첫 판은 넘긴다.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635508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안 노리는 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실물 다트 팬. 501도 크리켓도 없다. 판만 빌렸을 뿐이라 다트 게임을 기대하면 어긋난다.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1318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경험 목표와 그것을 만드는 장치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493008"/>
          <a:ext cx="9555480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48128"/>
                <a:gridCol w="700735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느끼게 할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그것을 만드는 장치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"박자를 외워서 이기는 게 아니다"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게이지 위상을 라운드 내내 초기화하지 않는다. 한 발마다 진자를 새로 읽어야 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"빗나간 건 내 탓이다"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조준·착탄 경로에 난수 호출이 하나도 없다. 같은 시점에 멈추면 같은 곳에 꽂힌다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"정산을 앞질러 세어 본다"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점수와 배수가 따로 오르고 한 단계마다 0.34초 쉰다. 소리가 반음씩 올라 다음 수를 예고한다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"판을 내 것으로 고쳐 나간다"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개조 여덟은 슬롯을 안 먹는다. 산 것이 지워지지 않고 판의 모양으로 남아 판 끝까지 보인다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07034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전제하는 리스크. 조준 실력을 요구하는 덱빌더는 두 유저층의 교집합이라 좁다. 이 리스크를 줄이는 손잡이가 「난수 없는 조준」이다.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연습하면 반드시 나아지고, 나아진 만큼 점수가 오른다.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8 / 50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핵심 재미 세 기둥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재미의 축을 셋으로 먼저 정했다. 거기 보태지 않는 기능은 넣지 않았다.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5270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55663"/>
                <a:gridCol w="1709236"/>
                <a:gridCol w="719058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기둥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한 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무엇이 그것을 만드는가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난수 없이 손끝으로만 정해진다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게이지가 두 번 왕복한다. 멈추는 순간이 그대로 착탄점이다. 트리플 띠는 판 넓이의 12.20%이고, 던진 것 중 7.61%만 여기 걸린다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다섯 장 안에서 조건이 겹친다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칩은 조건과 효과의 짝이다. 슬롯이 다섯뿐이라 넣는 것이 곧 빼는 것이다. 개조가 조건의 성립 확률 자체를 바꾼다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정산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숫자가 한 장씩 쌓인다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점수와 배수가 따로 오르고, 발동한 칩만 이름을 띄운다. 소리가 한 단계마다 반음씩 올라간다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8726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셋은 한 발 안에서 순서대로 일어난다. 조준하고, 조건이 걸리고, 숫자가 쌓인다. 한 사이클이 약 6초다.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9 / 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코어 루프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28016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┌─ 한 판 (12~15분) ───────────────────────────────────┐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                                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┌─ 한 라운드 (약 90초) ──────────────────────┐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                              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┌─ 한 발 (약 6초) ───────────┐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│  자루 고르기                │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│    → 높이 조준              │  최대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│    → 좌우 조준              │  6번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│    → 확인 → 비행 → 정산     │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└────────────────────────────┘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                              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판 고르기 → 던지기 → 정산 → 상점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└────────────────────────────────────────────┘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                                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라운드 1 → 2 → ... → 8             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└─────────────────────────────────────────────────────┘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3657600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19986"/>
                <a:gridCol w="1337767"/>
                <a:gridCol w="649772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길이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플레이어가 답하는 물음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약 6초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어디를 노릴까. 어느 자루로 던질까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 라운드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약 90초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어느 제약을 안을까. 몇 발을 남길까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12~15분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무엇을 사서 어떤 축을 세울까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4937759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세 층이 각각 다른 시간 규모의 결정을 요구한다. 한 발은 반사, 한 라운드는 손익, 한 판은 설계다. 층 하나를 빼면 그 시간대에 남는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결정이 없다.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10 / 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한 라운드의 네 걸음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8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52696"/>
                <a:gridCol w="861559"/>
                <a:gridCol w="804122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걸음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01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고르기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제약 카드 셋 중 하나를 고른다. 스킵이 없어서 매 라운드 하나는 반드시 안고 던진다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02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던지기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여섯 발. 한 발마다 자루를 고르고 두 축을 조준해 던진다. 목표를 넘긴 순간 끝난다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03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정산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남은 다트 수만큼 골드를 더 받는다. 보유 골드에 이자가 붙는다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04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상점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매물 넷이 테이블 위로 떨어진다. 칩 둘 · 개조 하나 · 다트 하나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28575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걸음마다 걸리는 선택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목표를 넘긴 순간 라운드가 끝나므로, 과잉 조준이 손해가 된다. 남은 다트 한 발이 골드 1이다.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제약에 스킵이 없어서 여덟 번의 선택이 그 판의 성격이 된다. 「어느 쪽이 내 빌드에 덜 아픈가」를 묻는다.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상점 자리가 넷으로 고정이라, 무엇을 사지 않을지도 그 자리에서 정해진다.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11 / 50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한 발이 지나는 여섯 상태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28016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PICK ──→ AIM_V ──→ AIM_H ──→ CONFIRM ──→ FLY ──→ RESOLVE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자루      높이       좌우       확인        비행     정산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고르기    조준       조준       0.45초      0.20초   칩 발동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              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       ┌───────────────────────┘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       ↓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목표 달성 또는 다트 0 ?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아니오 → PICK 으로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예    → 라운드 종료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697479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8680"/>
                <a:gridCol w="2233748"/>
                <a:gridCol w="6453051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무엇을 정하는가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되돌릴 수 있나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PICK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어느 자루로 던질까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 중에도 갈아탈 수 있다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AIM_V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착탄점의 높이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잠그면 못 되돌린다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AIM_H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착탄점의 좌우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잠그면 못 되돌린다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CONFIRM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0.45초. 본 것을 확인하는 시간이지 고칠 시간이 아니다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FLY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0.20초 고정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RESOLVE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칩이 한 장씩 발동한다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869179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흐름에서 정한 두 가지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확인 구간은 「내가 어디에 넣었는지」를 눈으로 보고 결과를 받으라고 뒀다. 없으면 실패가 억울해진다.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남은 자루가 전부 같은 종류면 PICK을 건너뛴다. 표준 다트만 든 첫 판에서는 이 화면이 한 번도 안 뜬다.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12 / 50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여덟 라운드의 목표 곡선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무개조 판의 다트당 기대 점수는 9.59점이다. 오른쪽 열이 그 기준선의 몇 배다.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26746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1447800"/>
                <a:gridCol w="3185159"/>
                <a:gridCol w="3185159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라운드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목표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다트당 필요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기준선 대비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×0.8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14.2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×1.5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25.0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×2.6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270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45.0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×4.7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470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78.3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×8.2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820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136.7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×14.3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1,450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241.7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×25.2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2,500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416.7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×43.4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4348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곡선을 정한 근거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공비 약 1.775의 등비수열을 반올림했다.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R1(45)만 실측 근거가 있다. 칩 없이 넘도록 잡은 값이라 1라운드가 사실상 튜토리얼 구간이 된다.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무장 없는 한 발 상한은 60점(칸 20 × 배수 3)이다. 6발이면 360점이므로 R5(470)부터는 조준만으로 못 넘는다. 곱셈 층이 여기서부터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필요해진다.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R2~R8은 미검증이다. 사람 플레이 로그로 보정하는 것이 다음 작업이다.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13 / 50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꽂힌 자리를 읽는 다섯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hit_info()는 착탄점 하나를 받아 칩 값과 배수를 돌려준다. 판정은 다섯 번 묻는다.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54238"/>
                <a:gridCol w="1286926"/>
                <a:gridCol w="761431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묻는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밖인가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0 · 배수 0 · 칸 −1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②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한복판인가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반지름 0.06 이내. 칩 50 · 배수 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③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불인가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반지름 0.14 이내. 칩 25 · 배수 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④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어느 띠인가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0.56~0.66 → 배수 3 · 더블 0.90~1.00 → 배수 2 · 그 밖 → 배수 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몇 번 칸인가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각도를 20등분. 칸 값이 곧 칩 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433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반환 치역이 계약이다. 배수 ∈ {0, 1, 2, 3} · 칸 ∈ {−1} ∪ [1, 20] ∪ {25, 50}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 조건 19종이 전부 이 치역 위에 서 있다. 칸 값이 25를 넘기면 칸이 불로 읽히고 「명중왕」이 오발한다. 개조가 판을 바꿀 때마다 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부등식을 검사하는 이유다.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14 / 50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구간 일곱과 그 넓이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개조와 제약이 바꾸는 것은 오른쪽 두 열이다.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23774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63624"/>
                <a:gridCol w="2084831"/>
                <a:gridCol w="2432303"/>
                <a:gridCol w="1737360"/>
                <a:gridCol w="173736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구간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반경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칩 · 배수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판 안 비율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던진 것 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한복판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0.00 – 0.06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50 · 배수 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0.36%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0.22%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0.06 – 0.14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25 · 배수 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1.60%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1.18%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안쪽 평지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0.14 – 0.56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 · 배수 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29.40%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18.32%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트리플 띠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0.56 – 0.66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 · 배수 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12.20%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7.61%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바깥 평지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0.66 – 0.90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 · 배수 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37.44%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23.33%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더블 띠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0.90 – 1.00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 · 배수 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19.00%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11.77%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 밖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1.00 –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빗나감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37.68%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137659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「판 안」은 판에 꽂힌 것 중의 비율, 「던진 것 중」은 빗나감을 포함한 전체 대비다. 밸런스 계산에는 뒤쪽 열을 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498848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세 발에 한 발쯤은 빗나가야 실패가 자산이 된다고 보고 37.68%로 잡았다. 3분의 1에서 어긋난 것은 640×360 화면에 맞춘 정수 좌표(판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반지름 106 · 조준 진폭 119)의 반올림 결과다.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15 / 50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점수가 만들어지는 순서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한 발이 정산되는 동안 두 개의 수가 따로 자란다. 마지막에 한 번 곱한다.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7724"/>
                <a:gridCol w="1054865"/>
                <a:gridCol w="7852889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꽂힌 칸이 칩의 시작값, 띠가 배수의 시작값이 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특성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자루가 배수를 먼저 고친다. 무거운 −1 · 가벼운 +3 · 관통은 1로 고정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발동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랙에 꽂힌 순서대로 한 장씩. 조건이 걸리면 효과를 얹는다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곱셈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×N 칩이 두 번째 곱셈 층이다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확정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× 배수 = 한 발의 점수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433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곱셈이 두 겹이 되는 순간 후반 라운드의 목표가 넘어갈 수 있는 수가 된다. R8 목표 2,500은 다트당 417점이고, 무개조 기본값 9.59점의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43배다.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주의. 발동 순서가 값을 바꾼다. 정산은 배수 +N을 다 더한 뒤 ×N을 곱하는 것이 아니다. 랙 순서대로 하나씩 처리하므로, 곱셈 칩이 덧셈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칩보다 앞에 있으면 아직 작은 배수를 곱한다. 같은 다섯 장이 순서에 따라 3,780점과 1,260점으로 갈린다.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16 / 50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매 라운드 제약 하나를 안고 던진다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라운드마다 제약 카드 셋 중 하나를 반드시 고른다. 스킵이 없다.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48772"/>
                <a:gridCol w="1048772"/>
                <a:gridCol w="2563665"/>
                <a:gridCol w="489427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제약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때리는 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효과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설계 의도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좁은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트리플·더블 링 폭 축소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띠를 노리는 빌드를 정면으로 때린다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역풍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 게이지 속도 상승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손을 때린다. 빌드는 안 건드린다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안개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확인 구간 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확인의 값을 역으로 증명한다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단벌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자원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수 감소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한 발의 값이 오른다. 과잉 조준이 더 아프다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금지 구역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빌드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지정 칸 점수 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특정 칸에 몰린 빌드를 때린다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둔화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빌드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무작위 봉인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조합 자체를 잠근다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840479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조준을 때리는 것과 빌드를 때리는 것으로 셋씩 나눴다. 한쪽으로 치우치면 반대쪽 축만 판 플레이가 유리해진다.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01667"/>
            <a:ext cx="9555480" cy="61722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스킵을 없앤 이유. 스킵이 있으면 플레이어는 제약을 그냥 넘긴다. 없애면 「어느 쪽이 내 빌드에 덜 아픈가」를 매 라운드 따져야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17 / 50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판이 성립하기 위한 조건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개조가 자유롭게 판을 바꾸면 판정의 if 사슬이 전제하는 순서가 깨진다. 판을 굽는 매 단계마다 부등식을 검사한다.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66878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한복판 ≤ 불 &lt; 둘째 트리플 안 &lt; 둘째 트리플 밖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&lt; 트리플 안 &lt; 트리플 밖 &lt; 더블 안 &lt; 판의 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259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지켜야 하는 것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487168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55547"/>
                <a:gridCol w="2866644"/>
                <a:gridCol w="573328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깨지면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최소 띠 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여섯 구간 각각 하한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띠가 뒤집혀 판정이 역전된다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칸 값 상한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25 이상은 불로 읽혀 「명중왕」과 홀짝 조건이 한꺼번에 죽는다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판값 상한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기본의 1.50배 (15.43 → 23.15)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매대에 아예 안 뜬다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376732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판값(board_val)은 균등 조준 다트당 기대 점수를 면적 적분 하나로 낸 값이다. 개조 하나를 사면 칩 26종의 값어치가 전부 조금씩 움직인다.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18 / 50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부팅할 때 CSV 여덟 장을 검사한다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CSV에는 컴파일이 없다. 오타 하나가 8라운드 중반의 조용한 미발동으로 나타나면 추적에 몇 시간이 든다. 부팅할 때 표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여덟 장을 한 번씩 검사한다.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92807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30218"/>
                <a:gridCol w="8425261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검사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잡는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상위호환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효과인데 조건이 상대를 담고 값이 크고 가격이 싸면, 그 상대는 영원히 안 팔린다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완전분할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왼쪽·오른쪽처럼 판을 나누는 짝을 한 효과로 다 덮으면 조건이 사라진다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죽은 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어떤 칩도 안 쓰는 조건이 몇 개인지 센다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참조 무결성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등장 표의 칩 id, 개조의 배타 짝, 스테이지 id가 실재하는가. 배타는 대칭이어야 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범위와 형식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값이 0 이하인가, 참거짓 칸에 1/0이 아닌 것이 들었는가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표시 문장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desc의 중괄호가 실제 열 이름과 맞는가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0645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검증은 첫 오류에서 안 멈춘다. 전부 모아 한 번에 출력한다. 지금은 오류 0 · 경고 2이고, 둘 다 의도된 완전분할 짝이다.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19 / 50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화면 열 개의 전이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28016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_new_run()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↓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┌──→  STAGE ──[제약 선택]──→ PICK ←──────────┐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AIM_V → AIM_H        │  남은 다트 있고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              │  목표 미달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CONFIRM → FLY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RESOLVE ───────────┘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목표 달성 또는 다트 0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목표 미달 ──→ OVER (실패)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R8 클리어 ──→ OVER (완주)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그 밖 ──→ CLEAR ──[클릭]──→ SHOP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└──────────────[다음 라운드]──────────────────┘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3657600"/>
          <a:ext cx="9555478" cy="10607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59864"/>
                <a:gridCol w="809561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루프가 둘이다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안쪽은 발 루프(6상태 × 최대 6번), 바깥은 라운드 루프(7번)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빠져나가는 문은 하나다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RESOLVE가 끝날 때마다 「목표 달성 또는 다트 0」을 본다. 라운드가 끝날 때 목표 미달이면 그 자리에서 OVER다. 이어하기가 없다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R8에는 상점이 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마지막 라운드는 CLEAR와 SHOP을 안 거치고 바로 OVER로 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80974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추가 예정. 타이틀 화면(TITLE)과 일시정지 판. 지금은 실행하면 곧바로 STAGE로 들어간다. 다음 작업 1순위로 잡아 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20 / 50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상태마다 클릭이 하는 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게임 진행은 좌클릭 하나로 된다. 스페이스는 같은 동작의 단축키다.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2971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67563"/>
                <a:gridCol w="7215362"/>
                <a:gridCol w="107255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좌클릭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스페이스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PICK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왼쪽 벽의 다트를 누르면 그 자루를 고른다 (히트박스 36×36)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0번 자루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AIM_V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중심 반경 129px 안을 누르면 높이 확정. 벽의 다른 자루를 누르면 갈아타기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즉시 확정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AIM_H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규칙으로 좌우 확정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즉시 확정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CONFIRM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받지 않는다. 0.45초 뒤 자동 발사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받지 않는다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FLY · RESOLVE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받지 않는다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받지 않는다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CLEAR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좌표를 안 본다. 아무 데나 누르면 상점으로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상점으로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STAGE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카드가 다 설 때까지 0.56초 무시. 그 뒤 카드를 누르면 제약 확정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동작 안 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SHOP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창구 → 랙 → 리롤 → 다음 → 낙하 중 세우기 → 매물 → 취소 순으로 판정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선택 해제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OVER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아무 데나 누르면 새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새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7320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한 발을 던지는 손동작은 클릭 두 번이다. 첫 클릭이 높이, 둘째 클릭이 좌우. 확인 · 비행 · 정산은 입력을 안 받는다.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지금 없는 것. 키 재설정 · 게임패드 · 터치 · 우클릭 취소. 마우스만으로는 완주할 수 있고, 키보드만으로는 못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21 / 50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상점 클릭 판정 여덟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창구를 랙보다 먼저 본다. 뒤에 두면 랙 판정이 선택을 지운 뒤 창구가 거절해서, 두 번 클릭 판매가 통째로 죽는다.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26746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9983"/>
                <a:gridCol w="3471634"/>
                <a:gridCol w="543386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딜러가 판을 쓸는 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입력을 통째로 삼킨다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좌우 창구 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왼쪽 = 판매 확정, 오른쪽 = 구매 확정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랙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팔 칩 선택 토글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리롤 버튼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매대를 다시 던진다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다음 라운드 버튼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다음 스테이지로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매물이 아직 떨어지는 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구매로 안 친다. 「지금 세운다」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매물 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살 물건 선택 토글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맨 펠트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선택 취소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4348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미는 방향으로 사고판다. 왼쪽 끝에 밀면 판매, 오른쪽 끝에 밀면 구매다. 라벨을 안 읽어도 방향으로 안다. 드래그로도 사고 두 번 클릭으로도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사는데, 두 경로가 마지막 한 함수에서 만나므로 「끌어서 산 것」과 「눌러서 산 것」이 다르게 처리될 길이 없다. 판매도 같은 구조다.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22 / 50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조작감을 정하는 네 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이 넷을 더하면 한 발이 약 6초다.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28876"/>
                <a:gridCol w="764438"/>
                <a:gridCol w="891844"/>
                <a:gridCol w="1274064"/>
                <a:gridCol w="509625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기본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조절 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범위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무엇을 정하는가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gauge_speed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0.70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[ ]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0.15 ~ 4.0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조준선이 훑는 속도. 난이도의 핵심 손잡이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confirm_hold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0.45초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; '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 ~ 1.5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확인 구간. 「본 것을 확인할 시간」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fly_time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0.20초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다트가 나는 시간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resolve_beat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0.34초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- =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0.08 ~ 1.0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정산 한 단계. 반음 상승과 같은 박자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461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값들은 손으로 맞췄다. 실측이 아니다. 대신 게임 안에서 키로 바꿔 가며 맞출 수 있게 열어 뒀고, 현재 값이 화면 우하단에 항상 표시된다.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감으로 맞춘 값이라는 것은 인정한다. 대신 맞추는 방법은 만들어 뒀다.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22192"/>
            <a:ext cx="9555480" cy="61722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난이도 손잡이를 조준 게이지 속도 하나로 뒀다. 그 값만 바꾸면 같은 판이 더 어려워진다. 제약 「역풍」이 하는 일이 이것이다.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23 / 50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무엇을 먼저 보게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화면 요소가 마흔이 넘는다. 위계를 만드는 손잡이는 밝기 · 크기 · 위치 셋이다.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70130"/>
                <a:gridCol w="6023965"/>
                <a:gridCol w="286138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손잡이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쓰는 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밝기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글자 → 강조 → 보조 → 보조를 25% 더 어둡게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강조색 글자는 화면에 한 줄뿐이다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크기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34 → 24 → 22 → 17 → 16 → 13 → 12 → 11 → 10 → 9 (pt)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9pt가 하위 정보 전용 층으로 굳어 있다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위치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상시 정보는 맨 위 18px 띠 하나에 몰고, 점수 카드는 착탄점 반대편 귀퉁이로 던진다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방금 던진 자리를 카드가 절대 안 덮는다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29489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조준 중에 눈이 가는 자리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조준선. 배경 위에서 가장 밝고 채도가 높다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잠긴 축은 즉시 내려앉는다. 좌우를 조준하는 동안 이미 잠근 가로선이 55% 어두워진다. 「이 축은 끝났다」가 밝기 하나로 말해진다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고른 자루. 뽑아 든 것만 밝고 26px 앞으로 나온다. 나머지는 26% 어둡다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안 보이게 눌러 놓은 것. 칸 숫자 스무 개, 「목표」 라벨, 랙의 조건 태그. 전부 보조색이거나 9~12pt다. 판 위에 있어도 어둡다.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24 / 50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상점에서는 상단 띠를 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목표와 점수 진행은 던지는 중에만 쓸모가 있다. 다음 라운드 목표는 「다음」 버튼에 적혀 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30218"/>
                <a:gridCol w="1643953"/>
                <a:gridCol w="678130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화면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상단 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그 자리에 오는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인게임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켠다 (18px)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라운드 · 목표 진행 · 남은 다트 · 자금이 한 줄에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상점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끈다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그 16px을 딜러에게 준다. 진행도는 자금판 위 2px 진행바가 대신 든다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스테이지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끈다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정산 · 종료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판이 전부 꺼진다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그 화면 자체가 명세다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461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인게임 화면의 네 덩어리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607308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88148"/>
                <a:gridCol w="8067331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칩 랙 다섯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얼굴 위쪽이 조건, 아래쪽이 값이다. 값만 보이면 「홀수 애호」와 「짝수 애호」가 구별되지 않는다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왼쪽 벽의 남은 다트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목록으로 안 보여준다. 물건으로 보여준다. 라운드가 시작되면 오른쪽에서 날아와 꽂히고, 던진 것만 사라진다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정산 카드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조준에 집중하다가 점수를 받을 때만 화면 귀퉁이에서 튀어나온다. 한 장씩, 발동한 칩만 이름을 띄운다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상단 띠 하나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눈이 갈 곳을 하나로 묶었다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25 / 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기호 서른여덟 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글자를 안 읽어도 종류가 갈리게 만든다. 그 대가로 배워야 할 그림이 서른여덟 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87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실루엣이 먼저 갈린다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029967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02625"/>
                <a:gridCol w="705285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종류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형태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칩 (아이템)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꽉 찬 원반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개조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사각 캐비닛 위에 얹힌 미니 보드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다트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긴 대각 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제약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바탕 없이 획과 덩어리만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빈 랙 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속 빈 고리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골드 (통화)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직사각 플라크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20166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아이템이 원반이므로 통화는 직사각으로 형태를 갈랐다.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서른여덟의 내역. 조건 도형 19 + 제약 아이콘 6 + 개조 아이콘 8 + 다트 아이콘 5. 칩 26장이 조건 열아홉을 하나도 안 남기고 전부 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두 세트가 반대 극성이다. 개조 아이콘은 좋아진 곳을 강조색으로 덮고, 제약 아이콘은 나빠진 곳만 손실색으로 칠한다. 제약 세트에는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강조색과 골드색이 한 번도 안 나온다. 금색이 한 점만 섞여도 「얻는 것」으로 읽히기 때문이다.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서른여덟을 한 판에 다 만나지는 않는다. 상점은 방문마다 칩 2 · 개조 1 · 다트 1이고 방문이 일곱 번이다. 리롤을 안 쓰면 한 판에 실제로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만나는 것은 최대 서른한 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26 / 50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실수를 막는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되돌리기가 거의 없는 게임이다. 그래서 실수가 성립하지 않게 만드는 쪽에 붙였다.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87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누르기 전에 막는다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029967"/>
          <a:ext cx="9555479" cy="18653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53886"/>
                <a:gridCol w="830159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장치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못 사는 이유를 미리 말한다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판정이 한 곳에 있고 소비자가 넷이다. 실제 거절 · 툴팁 마지막 줄 · 계산대 라벨 색 · 앞치마 문장. 문구는 「이미 구매함」 / 「골드가 N 모자란다」 / 「칩 랙이 꽉 찼다」 / 「바꿀 표준 다트가 없다」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조준은 판 위에서만 잠긴다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반경 129px 밖을 눌러도 안 잠긴다. 자루를 고르려다 빗나간 클릭이 조준이 되면 무를 수 없는 실수가 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635508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실수 매매가 부등식으로 막힌다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창구는 펠트 사다리꼴의 빗변 바깥이다. 물리 트레이가 닿는 자리와 빗변 사이에 최소 120px 여백이 있어(2,000롤 실측), 손으로 밀지 않는 한 어떤 물건도 창구에 못 닿는다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986783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움직이는 것은 못 누른다. 매물이 낙하 중이면 첫 클릭은 「지금 세운다」다. 스테이지 카드는 0.56초 딜링이 끝날 때까지 클릭을 무시한다.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히트박스는 그림이 앞으로 나와도 제자리에 둔다. 따라가면 커서 끝에서 60Hz로 떤다.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탭과 드래그를 가르는 5px. 판정에 쓰는 값은 현재 거리가 아니다. 누적 최대 거리를 본다. 이 한 줄이 「끌고 갔다 돌아와서 뗌 → 탭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판정」이라는 경로를 원천 차단한다.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27 / 50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매물이 테이블 위로 떨어진다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매물은 먼 레일 뒤에서 던져진다. 펠트에 튕기고 서로 부딪히며 매번 다른 자리에 정착한다.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90725"/>
                <a:gridCol w="756475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물리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반암시적 오일러 · 1/160초 고정 서브스텝 · 쿨롱 마찰. 유한 시간 안에 반드시 멈추는 것이 증명된다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왼쪽은 팔고 오른쪽은 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창구가 좌우로 둘이다. 매물을 오른쪽에 밀면 구매, 랙의 칩을 왼쪽에 밀면 판매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던지면 미끄러진다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세게 밀면 펠트 위를 미끄러져 창구로 들어간다. 「밀어 넣는다」가 문자 그대로다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리롤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딜러가 팔로 판 위의 물건을 판매 창구로 쓸어 담고 새로 던진다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2948940"/>
            <a:ext cx="9555480" cy="61722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목록에서 고르면 매대가 그냥 목록이다. 판 위에 떨어뜨리면 자리가 생긴다. 라운드마다 배치가 달라지는 것도 그래서 값이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28 / 50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등장인물은 둘이다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20091"/>
                <a:gridCol w="5801541"/>
                <a:gridCol w="193384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딜러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플레이어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화면에 나오는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몸통과 두 팔. 목 위는 칩 랙 뒤로 잘려 안 보인다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다트를 쥔 손 하나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이름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없다. 「딜러」로만 부른다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대사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판을 벌이고, 매물을 던지고, 리롤에 판을 쓸어 담는다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던진다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28575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딜러의 얼굴은 화면에 안 들어간다. 화면에서 딜러가 그려질 수 있는 세로는 73px뿐이다. 그 위는 칩 랙이 덮는다. 640×360에서 73px에 얼굴을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넣으면 눈코입이 각각 1~2px이 되어 얼룩으로 보인다. 그래서 목 위를 랙 뒤로 넣었다. 제약이 그대로 인상이 된다. 손과 몸만 보이는 딜러는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표정을 읽을 수 없다.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플레이어 캐릭터를 안 만든 이유. 이 게임에서 플레이어의 정체는 아무 규칙에도 안 걸린다. 손 하나면 충분하고, 캐릭터를 세우면 그 순간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대사와 동기가 필요해진다.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29 / 50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성장 축이 셋이다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보통 이 장르는 성장 축이 하나다. 여기는 셋이고 각자 다른 물음에 답한다.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52821"/>
                <a:gridCol w="652821"/>
                <a:gridCol w="5394124"/>
                <a:gridCol w="285571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규모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바꾸는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슬롯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26종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어디를 노릴지를 바꾼다. 조건과 효과의 짝이다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개조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8종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판이 읽는 값 자체를 바꾼다. 판의 모양이 달라진다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없음 (판값 상한이 대신한다)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다트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5종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던지는 감각을 바꾼다. 게이지 속도와 배수를 맞바꾼다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탄창 6칸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29489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세 축을 같은 자로 잰다. 판값(board_val)이 균등 조준 다트당 기대 점수를 면적 적분으로 낸다. 개조 하나를 사면 칩 26종의 값어치가 전부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조금씩 움직인다. 이 값이 이 게임의 밸런스 통화다.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525012"/>
          <a:ext cx="9555478" cy="594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92579"/>
                <a:gridCol w="2787014"/>
                <a:gridCol w="5175885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기본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상한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15.43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23.15 (×1.50)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30 / 50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칩 — 조건과 효과의 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칩 한 장은 「언제 걸리는가」와 「무엇을 하는가」 두 조각이다.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66878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┌─────────────────┐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▲▲▲   삼중고   │  ← 얼굴 위쪽 = 조건 도형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배수 +4      │  ← 아래쪽 = 효과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          7  │  ← 가격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└─────────────────┘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트리플 명중 시 · 배수 +4 · 7골드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117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한 장을 이루는 여섯 칸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172968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822191"/>
                <a:gridCol w="573328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뜻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id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코드가 부르는 이름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name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화면에 뜨는 이름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rarity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 · 보통 · 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cond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조건 19종 중 하나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kind · value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효과 종류와 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cost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34466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효과 네 종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" y="5705856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27757"/>
                <a:gridCol w="5972175"/>
                <a:gridCol w="95554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종류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장수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chip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칩(앞자리)에 더한다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mult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배수에 더한다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xmult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배수에 곱한다. 두 번째 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mult_streak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칸을 이을수록 자란다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31 / 50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조건 열아홉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판정 함수가 아는 술어 전부다. 오른쪽 수치는 기본 판에서 다트 한 발이 그 조건에 걸릴 확률이다. 36만 발을 실제 판정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함수로 돌려 잰 값이다.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92807"/>
          <a:ext cx="9555478" cy="32689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344417"/>
                <a:gridCol w="1433322"/>
                <a:gridCol w="3344417"/>
                <a:gridCol w="143332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발동률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발동률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62.24%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 이하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15.32%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직전과 다른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60.66%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더블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11.77%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빗나감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37.76%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맞힌 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10.70%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오른쪽 절반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31.19%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막 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10.38%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왼쪽 절반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31.05%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10.32%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홀수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30.57%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7.61%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짝수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30.50%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칸 연속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1.58%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6~14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27.42%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연속 명중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1.58%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링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19.38%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1.18%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15 이상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18.32%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25322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확인한 네 가지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왼쪽 31.05 + 오른쪽 31.19 = 62.24. 「무조건」과 소수점까지 같은 값이다. 두 장을 같이 사면 조건 없는 칩 두 장이 된다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홀수 30.57 + 짝수 30.50 = 61.07. 무조건보다 1.17%p 낮은 것은 불(25·50)이 홀수도 짝수도 아니기 때문이다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조건 열아홉 중 죽은 것이 하나도 없다. 26장이 열아홉을 나눠 쓴다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「같은 칸 연속」과 「연속 명중」은 같은 술어다. 포함관계 표에 서로를 담는다고 적혀 있고, 발동률도 둘 다 1.58%다. 그런데 값이 7골드와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11골드다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32 / 50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칩 데이터 ① — 흔함 아홉, 보통 여덟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조건이 넓고 효과가 작은 쪽이다. 가격 4·7이고 R2 상점부터 뜬다.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7" cy="53492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67249"/>
                <a:gridCol w="675992"/>
                <a:gridCol w="2126832"/>
                <a:gridCol w="2278748"/>
                <a:gridCol w="675992"/>
                <a:gridCol w="759582"/>
                <a:gridCol w="167108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등급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효과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발동%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다트당 기여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대물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 이상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18.32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4.23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가장자리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더블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11.77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3.69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짝수 애호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짝수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30.50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6.15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좌익수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왼쪽 절반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31.05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7.21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밑천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 이하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+2 · 골드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15.32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0.92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홀수 애호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홀수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30.57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6.18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우익수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오른쪽 절반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31.19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6.31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소물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 이하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15.32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2.29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삼중고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7.61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3.20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본전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직전과 다른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+12 · 골드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60.66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10.43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띠쟁이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링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+20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19.38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9.27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명중왕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1.18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2.81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+45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10.32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6.65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막판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막 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×2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10.38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1.60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+26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10.32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3.84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외골수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칸 연속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1.58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0.67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손맛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맞힌 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+30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10.70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4.60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33 / 50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칩 데이터 ② — 희귀 아홉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빌드의 축이 되는 쪽이다. 아홉 장 중 다섯이 골드 칩이다.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6" cy="2971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7837"/>
                <a:gridCol w="677404"/>
                <a:gridCol w="2166214"/>
                <a:gridCol w="2320944"/>
                <a:gridCol w="677404"/>
                <a:gridCol w="773648"/>
                <a:gridCol w="1702025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등급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효과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발동%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다트당 기여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변덕쟁이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직전과 다른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+22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60.66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19.13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빈손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빗나감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+30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37.76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11.33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기본기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+25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62.24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22.31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칼끝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더블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×2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11.77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2.46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큰손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7.61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2.40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물주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+16 · 골드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62.24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14.28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정밀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연속 명중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+3/연속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1.58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0.52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증폭기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×2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62.24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9.59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중물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6~14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+40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27.42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15.82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7320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정밀(기여 0.52)과 기본기(22.31)는 43배 차이다. 밸런스가 깨진 값은 아니다. 측정 모형의 한계다. 「연속 명중」은 균등 조준이 같은 칸을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연달아 못 맞히기 때문에 거의 안 걸린다. 한 섹터를 겨냥하는 실제 플레이에서는 값이 완전히 달라진다.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34 / 50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골드 칩 다섯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득점 반쪽을 깎고 정산에서 골드를 받는다. 다섯 장 모두 같은 조건의 다른 칩보다 득점이 낮고, 그 차액이 골드의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가격이다.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92807"/>
          <a:ext cx="9555476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63280"/>
                <a:gridCol w="1772382"/>
                <a:gridCol w="2658573"/>
                <a:gridCol w="1645783"/>
                <a:gridCol w="663280"/>
                <a:gridCol w="215217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득점 반쪽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라운드당 골드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같은 조건 최고 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밑천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 이하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+2 (기여 0.92)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소물 2.29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본전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직전과 다른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+12 (기여 10.43)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0.17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변덕쟁이 19.13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+26 (기여 3.84)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 6.65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큰손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+3 (기여 2.40)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삼중고 3.20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물주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+16 (기여 14.28)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기본기 22.31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76732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비교. 같은 「무조건」 조건에서 기본기는 점수 +25인데 물주는 +16이다. 9점의 차이가 골드 수입의 값이다.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128515"/>
            <a:ext cx="9555480" cy="61722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골드 칩은 「지금 점수를 포기하고 나중을 산다」는 결정을 슬롯 하나로 강제한다. 슬롯이 다섯이라 한 장을 넣으면 한 장이 빠진다.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35 / 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수치는 재서 넣었다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조건이 넓고 값이 작은 칩과 좁고 큰 칩을 같은 자로 재기 위해, 실제 판정 함수에 36만 발을 통과시켜 칩마다 두 수를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뽑았다.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92807"/>
          <a:ext cx="9555479" cy="8915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42348"/>
                <a:gridCol w="7913131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재는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뜻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발동률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한 발에서 그 칩의 조건이 걸릴 확률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다트당 기여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그 칩 한 장만 들었을 때 다트당 늘어나는 점수의 기대값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287578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값이 가정하는 것 셋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칩은 한 장만 든다. 조합 효과는 이 표에 안 들어 있다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균등 조준. 착탄점이 조준 사각형 위에 고르게 분포한다고 본다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기본 판. 개조가 하나도 안 붙은 상태다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세 전제가 모두 실제 플레이와 다르다. 이 표는 칩끼리 비교할 때만 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36 / 50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171쌍 중 38쌍은 영원히 안 만난다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조건 열아홉을 서로 곱해 보면 171쌍 중 38쌍(22%)이 영원히 안 만난다.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80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352800"/>
                <a:gridCol w="620268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배타가 되는 원인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빗나가면 빈손만 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빗나감 × 나머지 열여덟 전부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 발의 링은 하나다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× 더블, 트리플 × 불, 더블 × 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불은 칸이 아니다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 × 홀수 · 짝수 · 대물 · 중물 · 소물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판을 나누는 짝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홀 × 짝, 좌 × 우, 대물 × 중물 × 소물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순번은 하나뿐이다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 × 막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433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항상 같이 걸리는 짝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904488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615332"/>
                <a:gridCol w="294014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관계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확률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트리플 · 더블 → 링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아무 명중 조건 → 무조건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같은 칸 ↔ 연속 명중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100% 양방향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아무 조건 → 직전과 다른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97.0 ~ 99.4%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48182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판이 좌우 대칭이 아니다. 칸 배치 때문에 왼쪽 절반은 중물이 60%, 오른쪽 절반은 대물 35% · 소물 35%다. 좌익수와 중물은 같은 조준선을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쓴다. 그리고 큰 칸의 이웃은 작은 칸이다. 20의 이웃은 1과 5다. 대물을 노리면 소물이 터진다.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37 / 50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성립하는 조합 다섯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축마다 조준선이 다르고 무서워하는 제약도 다르다.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52124"/>
                <a:gridCol w="3976580"/>
                <a:gridCol w="659139"/>
                <a:gridCol w="659139"/>
                <a:gridCol w="2177650"/>
                <a:gridCol w="123084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칩 다섯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골드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다트당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조준선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최대 약점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명중왕 · 기본기 · 물주 · 변덕쟁이 · 증폭기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761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한복판. 빗나감 0.00%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역풍 −60%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중앙-좌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좌익수 · 중물 · 기본기 · 물주 · 증폭기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634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왼쪽 0.45R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무조준 −68%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우측 대소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우익수 · 소물 · 변덕쟁이 · 기본기 · 증폭기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578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오른쪽 18칸 방향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판갈이 −21%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링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가장자리 · 띠쟁이 · 기본기 · 칼끝 · 증폭기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344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반지름이 전부다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좁은 판 −43%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기본기 · 물주 · 변덕쟁이 · 빈손 · 증폭기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요구 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433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축마다 다른 성격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불은 다트당 761로 가장 높고 빗나감이 0.00%다. 대신 역풍 하나가 761을 308로 내린다. 열 장이 이 축과 배타다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우측 대소는 가장 싸고(40골드) 오차에 강하다. 18칸 양옆이 소물이라 빗맞아도 걸린다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무조건은 천장이 낮은 대신 어떤 제약도 안 무섭다. R6는 넘고 R7에서 막힌다. 보험 축이다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그런데 완성이 안 된다. 누적 골드가 R5에 35, R6에 44, R7에 53인데 위 축들이 40~54골드다. 증폭기는 R5 매대에 처음 뜬다. 축이 완성되는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라운드와 그 축이 필요한 라운드가 겹친다.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38 / 50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같이 들면 안 되는 것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9" cy="19933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78665"/>
                <a:gridCol w="787681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반시너지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배타인 칩 짝 59개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325짝의 18%. 빈손은 나머지 25장 전부와 배타다. 명중왕은 열 장과 배타다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빈손은 배수를 절대 안 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빗나가면 판정이 다른 조건을 안 본다. 기여가 다트당 11.30점에 고정된다. 빌드가 셀수록 빈손이 나빠진다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다트가 링 조건을 죽인다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특성이 배수를 먼저 고치므로, 무거운·가벼운·관통·자석 넷 다 트리플 발동률을 0%로 만든다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조건이 같은 두 장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외골수(7골드·기여 0.67)와 정밀(11골드·기여 0.52)은 같은 술어다. 첫 발(45점·기여 6.65)과 판돈(26점·기여 3.84)도 조건이 같다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364992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가장 큰 반시너지는 다트에서 나온다. 6골드짜리 가벼운 다트 하나가 칸 축을 +83%, 무조건 축을 +195% 올리고 동시에 링 축을 −70% 낸다. 칩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다섯 장 중 어느 한 장보다 크다.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941064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배타를 없애지 않고 남겼다. 「무엇을 같이 못 드는가」를 아는 것도 이 게임에서 배울 것이다. 다만 그 정보가 화면에 안 나온다.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알려진 문제로 적어 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39 / 50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상점의 자리는 넷이다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라운드를 클리어하면 매물 넷이 테이블 위로 떨어진다.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80" cy="13578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74064"/>
                <a:gridCol w="828141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무엇이 뜨는가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2 · 개조 1 · 다트 1. 개조가 동나거나 판이 더는 못 받으면 그 자리를 칩으로 메운다. 자리는 늘 넷이다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무효 구매를 뺀다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판이 못 받는 개조와 이미 산 개조는 매대에 아예 안 뜬다. 「살 수 있는데 사면 안 되는 것」을 만들지 않는다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리롤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방문마다 한 번은 무료. 그 뒤로 2골드에서 시작해 쓸 때마다 1씩 오른다. 배치까지 다시 던진다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되팔기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랙의 칩을 왼쪽 창구로 밀면 판다. 구매가 절반(내림)이라 평균 46%만 돌아온다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11810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칩만 되팔 수 있다. 판(개조)과 탄창(다트)은 되돌릴 수 없다. 산 개조는 지워지지 않고 판의 모양으로 끝까지 남는다.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40 / 50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골드가 들어오는 네 갈래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R1에 4골드로는 이자가 0이다. 첫 상점에서 다 쓸지 아낄지가 첫 결정이다.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590"/>
                <a:gridCol w="1871691"/>
                <a:gridCol w="679719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갈래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붙어 있는 유인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클리어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기본 보상. 넘기기만 하면 받는다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남은 다트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 / 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적은 발로 끝내라. 넘긴 순간 라운드가 끝나므로 과잉 조준이 손해가 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이자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보유 5당 1 (상한 5)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모아 둬라. 저축과 즉시 구매 사이의 첫 저울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골드 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칩마다 다름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슬롯 하나를 수입에 걸어라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461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누적 골드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607308"/>
          <a:ext cx="9555472" cy="594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92579"/>
                <a:gridCol w="796289"/>
                <a:gridCol w="796289"/>
                <a:gridCol w="796289"/>
                <a:gridCol w="796289"/>
                <a:gridCol w="796289"/>
                <a:gridCol w="796289"/>
                <a:gridCol w="3185159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누적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19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44 → 53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66928" y="4293108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네 갈래가 서로 다른 방향을 당긴다. 남은 다트는 「빨리 끝내라」, 이자는 「쓰지 마라」, 골드 칩은 「슬롯을 걸어라」. 하나에만 맞춰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놓으면 나머지 셋을 놓친다.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41 / 50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등급 가중치 세 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전에는 매대가 균등 추첨이라 14골드 희귀가 4골드 흔함과 같은 확률로 떴다. 등급 칸이 화면에만 있고 확률에는 없었다.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30137"/>
                <a:gridCol w="4095205"/>
                <a:gridCol w="273013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등급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가중치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해금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R2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0.55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R2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0.22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R4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29489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가중치의 출처는 이 표 한 장이다. 칩마다 개별 가중치를 적을 칸도 있지만 비워 두는 것이 기본이고, 지금은 한 장도 안 쓴다. 예외를 늘리면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등급 셋이 다시 무의미해진다.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희귀가 R4부터 뜨므로 R1~R3은 흔함·보통으로만 빌드를 짠다. 그 세 라운드가 조건과 효과의 문법을 배우는 구간이다.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42 / 50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개조 여덟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칩이 판정 결과를 읽는다면, 개조는 판정이 읽는 값 자체를 바꾼다.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26746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70058"/>
                <a:gridCol w="1365068"/>
                <a:gridCol w="702035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개조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효과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속살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 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띠 +0.06 · 더블 띠 −0.06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겉살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 폭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띠 −0.06 · 더블 띠 +0.06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벼랑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 위치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띠를 더블 안쪽에 붙인다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아랫목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 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안쪽에 트리플 띠를 하나 더 얹는다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멍석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중앙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한복판을 줄이고 불을 넓힌다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판벌이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크기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판이 커진다. 빗나감 37.68% → 24.60%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판갈이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가장 작은 칸이 20이 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짝패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칸마다 짝이 생긴다 · 짝수 칸 −1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4348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이름은 단골들의 말이다. 속살 · 겉살 · 벼랑 · 아랫목 · 멍석 · 판벌이 · 판갈이 · 짝패. 간판은 영어인데 판 위에서 쓰는 말은 우리말이다.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속살과 겉살은 배타다. 정확한 역방향이라 둘을 같이 사면 서로를 되돌린다. 판벌이와 판갈이를 같이 사면 판값 상한(×1.50)에 걸려 매대에 안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뜬다.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43 / 50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게이지 속도와 배수를 맞바꾼다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탄창 여섯 발을 어떤 자루로 채울지가 세 번째 성장 축이다. 한 발마다 어느 자루를 쓸지 고르므로 순서까지 같이 짠다.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19601"/>
                <a:gridCol w="819601"/>
                <a:gridCol w="1092801"/>
                <a:gridCol w="6147010"/>
                <a:gridCol w="676465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다트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게이지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배수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특성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표준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기준선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무거운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0.55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−1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조준선이 느려진다. 초당 333px → 183px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가벼운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1.90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+3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초당 633px로 훑는다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관통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1.00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1로 고정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링 조건 칩이 전부 죽는다. 칸 값 빌드 전용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자석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−1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유효 명중 반지름 확대. 빗나감 37.68% → 5.52%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433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무거운 다트는 트리플 띠(폭 10.6px)에 걸기가 쉬워지는 대신 배수가 하나 깎이고, 가벼운 다트는 그 반대다.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탄창은 벽에 꽂힌 여섯 자루다. 남은 다트를 물건으로 보여준다. 라운드가 시작되면 오른쪽에서 날아와 벽에 꽂히고, 던진 것만 사라진다.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자루가 빠져도 남은 것이 자리를 다시 맞추지 않는다. 빈 칸은 그대로 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44 / 50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아직 안 채운 칸 쉰다섯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조건 19 × 효과 4 = 76칸 중 21칸이 찼다(28%).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16330"/>
                <a:gridCol w="7739149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문제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곱셈 층이 세 장뿐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chip 13 · mult 9 · xmult 3 · mult_streak 1. 빌드가 커지는 길이 좁다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영구 성장이 하나도 없다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사이에 남는 것이 아무것도 없다. 판마다 완전 초기화다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안 읽는 입력이 많다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종류 · 보드 개조 수 · 보유 골드 · 보유 칩 수 · 라운드 번호. 전부 있는데 칩이 하나도 안 읽는다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같은 축에 한 장뿐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조건 19종 중 15종이 딱 한 장씩이다. 축이라기보다 표본이 하나씩 있는 셈이다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461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가격당 기여로 보면 변덕쟁이 2.733, 정밀 0.047로 58배 차이다. 죽은 축(같은 칸 · 연속)을 살리든 걷어내든 정해야 한다. 지금은 사면 손해인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칩이 매대 넷 중 한 자리를 차지한다.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45 / 50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아트와 사운드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알려진 문제와 조정안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아래 여섯 건은 지금 빌드에서 실제로 확인했다.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32644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83476"/>
                <a:gridCol w="657487"/>
                <a:gridCol w="4602410"/>
                <a:gridCol w="3112105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문제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심각도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조정안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635508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중앙 조준이 지나치게 강하다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높음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불이 칩 25를 주는데 배수 칩과 겹치면 한 발이 크게 나온다. 게다가 중앙은 빗나갈 일이 거의 없어 위험이 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불의 칩 값을 내리거나, 중앙 조건 칩의 폭을 좁힌다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랙 순서를 못 바꾼다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높음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발동 순서가 구매 순서다. 곱셈 칩을 먼저 사면 같은 다섯 장이 −67%까지 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랙 드래그 재정렬을 넣거나, 정산 시 곱셈을 항상 마지막에 처리한다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완전분할 구멍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중간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좌익수 + 우익수 합 8골드가 조건 없는 배수 +4가 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분할·같은 효과가 매대에 같이 안 뜨게 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가벼운 다트가 칩보다 세다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중간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6골드 자루 하나가 칸 축을 +83% 올린다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가격을 축별 영향에 맞춰 다시 잡는다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축 완성 시점이 빠듯하다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중간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누적 골드와 축 가격 사이에 여유가 한 라운드도 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골드 수입을 올리거나 축 가격을 내린다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플레이테스트 기록이 0건이다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높음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유일한 검증이 헤드리스 자동 플레이인데, 그건 착탄점을 무작위로 찍으므로 실력 게임의 실제 난이도를 못 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사람 플레이 로그를 남긴다. 라운드별 클리어율, 사망 분포, 실제 조준 분포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46 / 50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아트와 사운드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이미지 파일이 한 장도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보드 · 칩 · 다트 · 카지노 테이블. 글자를 뺀 모든 것이 코드로 그려진다. 씬은 노드 하나이고, 그리는 함수 하나가 화면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전체를 매 프레임 다시 그린다.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8928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왜 이렇게 했는가 640×360에 최근접 필터라 이 크기에서 읽히는지 아닌지가 설계를 계속 되돌려 놓는다. 그림 파일이 있으면 「일단 그려 놓고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나중에」가 되지만, 코드로 그리면 안 읽히는 자리를 그 자리에서 고치게 된다.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팔레트 열세 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775203"/>
          <a:ext cx="9555476" cy="594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70058"/>
                <a:gridCol w="1170058"/>
                <a:gridCol w="1755088"/>
                <a:gridCol w="1365068"/>
                <a:gridCol w="1170058"/>
                <a:gridCol w="1755088"/>
                <a:gridCol w="117005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바탕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어두운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밝은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글자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보조 글자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강조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14111f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221d33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2b2438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e8dfc8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f4efe2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8f86a8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f2b134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461003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점수 파랑(3f8fd8)과 배수 빨강(e2593f)은 서로 다른 색으로 뒀다. 정산 카드에서 두 수가 색으로 구별된다.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그림이 안 되면 기능을 바꾼다. 남은 다트를 손이 부채처럼 들고 있는 안을 두 번 만들었다가 버렸다. 어떤 각도로 그려도 살구색 덩어리로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읽혔기 때문이고, 벽에 꽂힌 자루로 바꾼 뒤에야 읽혔다.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47 / 50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개발 현황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소리도 파일이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사인파와 사각파를 섞어 실행 중에 만든다. 음악은 없고 효과음만 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87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 한 장에 반음씩 올린다. 칩이 한 장씩 발동할 때마다 소리가 반음씩 올라간다. 몇 장이 남았는지 화면을 안 봐도 귀로 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029967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47567"/>
                <a:gridCol w="820791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소리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무엇을 말하는가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명중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등급마다 세기가 다르다. 빗나감 · 단타 · 더블 · 트리플 · 불 · 한복판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칩 발동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반음씩 상승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구매 · 판매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창구 방향에 따라 다르다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거절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못 사는 이유가 있을 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60730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점수를 받는 순간이 이 게임에서 가장 느리다. 처음에는 정산이 훨씬 빨랐다. 빠른 정산은 결과를 알려 주기만 하고 세어 볼 틈을 안 준다. 한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단계에 0.34초를 두고, 소리가 다음 수를 예고하게 고쳤다.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48 / 50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개발 현황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지금 플레이할 수 있는 것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9" cy="2971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93110"/>
                <a:gridCol w="666628"/>
                <a:gridCol w="3395741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조준 · 판정 · 라운드 진행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여덟 라운드 완주 가능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칩 26종 · 개조 8종 · 다트 5종 · 제약 6종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수치는 CSV 여덟 장에서 편집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상점 — 물리 낙하 · 끌어 옮기기 · 던지기 · 두 갈래 구매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스테이지 3택 · 정산 · 골드 경제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데이터 검증기 · 측정기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오류 0 · 경고 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사운드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부분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절차적 합성음만. 음악 없음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타이틀 · 설정 · 일시정지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다음 작업 1순위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튜토리얼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1라운드가 사실상 튜토리얼 구간이다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메타 진행 · 언락 · 세이브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판마다 완전 초기화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3434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기술 구조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4704588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1253"/>
                <a:gridCol w="672422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파일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scenes/main.tscn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노드 하나. 여섯 줄이다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scripts/game.gd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게임 전체. 그리기 · 입력 · 물리 · 정산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scripts/data.gd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CSV 로딩과 검증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data/.csv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여덟 장. 밸런스 수치 전부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28192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개발 궤적. 1주차 컨셉·조준·판정·득점 연출 → 2주차 칩과 상점·클리어 정산·스테이지 선택 → 3주차 상점을 물리 테이블로·인게임 UI·탄창 →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4주차 아이콘 체계·데이터 테이블·기획서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49 / 50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개발 현황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다음에 할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여덟 라운드가 끝까지 돌고, 밸런스 수치는 CSV 여덟 장에서 나온다. 발동률과 기여도는 36만 발을 실제 판정 함수에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통과시켜 쟀다. 아직 사람이 플레이한 기록은 0건이다. 다음 작업은 그 기록을 남기는 것이다.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8928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먼저 할 것. 근거를 실측으로 옮긴다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253996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00372"/>
                <a:gridCol w="815510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사람 플레이 로그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라운드별 클리어율 · 사망 분포 · 실제 조준 분포. 지금 난이도 곡선의 근거가 균등 조준 가정 하나뿐이다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조준 모형 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균등과 중앙 편향을 나란히 두고 사이를 범위로 읽는다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타이틀 · 일시정지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지금은 실행하면 곧바로 게임이 시작된다. 제목이 화면에 한 번도 안 나온다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중앙 조준 조정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불의 칩 값과 중앙 조건 칩의 폭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랙 재정렬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곱셈 칩의 순서 의존을 없앤다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831335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나중에 할 것. 아직 안 정했다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4192523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28876"/>
                <a:gridCol w="802660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8라운드 이후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8라운드 완주로 끝. 무한 모드 · 승수 상승 · 일일 챌린지는 미정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리플레이 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시작 덱 변형 · 시작 판 변형 검토 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목표 규모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40 · 개조 12 정도. 검증기의 경고가 확장 가이드다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음악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라운드 진행에 층을 쌓는 방식이 맞겠지만 미정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튜토리얼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배워야 할 기호가 서른여덟 개다. 줄이는 쪽과 가르치는 쪽 중 미정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769863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지금 어디까지 왔나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50 / 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