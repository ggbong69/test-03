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306" r:id="rId57"/>
    <p:sldId id="307" r:id="rId58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3" r:id="rId34"/>
    <p:sldId id="284" r:id="rId35"/>
    <p:sldId id="285" r:id="rId36"/>
    <p:sldId id="286" r:id="rId37"/>
    <p:sldId id="280" r:id="rId31"/>
    <p:sldId id="308" r:id="rId59"/>
    <p:sldId id="309" r:id="rId60"/>
    <p:sldId id="314" r:id="rId65"/>
    <p:sldId id="310" r:id="rId61"/>
    <p:sldId id="304" r:id="rId55"/>
    <p:sldId id="288" r:id="rId39"/>
    <p:sldId id="289" r:id="rId40"/>
    <p:sldId id="282" r:id="rId33"/>
    <p:sldId id="291" r:id="rId42"/>
    <p:sldId id="292" r:id="rId43"/>
    <p:sldId id="294" r:id="rId45"/>
    <p:sldId id="311" r:id="rId62"/>
    <p:sldId id="297" r:id="rId48"/>
    <p:sldId id="287" r:id="rId38"/>
    <p:sldId id="298" r:id="rId49"/>
    <p:sldId id="290" r:id="rId41"/>
    <p:sldId id="312" r:id="rId63"/>
    <p:sldId id="313" r:id="rId64"/>
    <p:sldId id="295" r:id="rId46"/>
    <p:sldId id="296" r:id="rId47"/>
    <p:sldId id="305" r:id="rId56"/>
    <p:sldId id="299" r:id="rId50"/>
    <p:sldId id="300" r:id="rId51"/>
    <p:sldId id="281" r:id="rId32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31.xml"/><Relationship Id="rId32" Type="http://schemas.openxmlformats.org/officeDocument/2006/relationships/slide" Target="slides/slide55.xml"/><Relationship Id="rId33" Type="http://schemas.openxmlformats.org/officeDocument/2006/relationships/slide" Target="slides/slide39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45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47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50.xml"/><Relationship Id="rId47" Type="http://schemas.openxmlformats.org/officeDocument/2006/relationships/slide" Target="slides/slide51.xml"/><Relationship Id="rId48" Type="http://schemas.openxmlformats.org/officeDocument/2006/relationships/slide" Target="slides/slide44.xml"/><Relationship Id="rId49" Type="http://schemas.openxmlformats.org/officeDocument/2006/relationships/slide" Target="slides/slide46.xml"/><Relationship Id="rId50" Type="http://schemas.openxmlformats.org/officeDocument/2006/relationships/slide" Target="slides/slide53.xml"/><Relationship Id="rId51" Type="http://schemas.openxmlformats.org/officeDocument/2006/relationships/slide" Target="slides/slide54.xml"/><Relationship Id="rId52" Type="http://schemas.openxmlformats.org/officeDocument/2006/relationships/slide" Target="slides/slide56.xml"/><Relationship Id="rId53" Type="http://schemas.openxmlformats.org/officeDocument/2006/relationships/slide" Target="slides/slide57.xml"/><Relationship Id="rId54" Type="http://schemas.openxmlformats.org/officeDocument/2006/relationships/slide" Target="slides/slide58.xml"/><Relationship Id="rId55" Type="http://schemas.openxmlformats.org/officeDocument/2006/relationships/slide" Target="slides/slide36.xml"/><Relationship Id="rId56" Type="http://schemas.openxmlformats.org/officeDocument/2006/relationships/slide" Target="slides/slide52.xml"/><Relationship Id="rId57" Type="http://schemas.openxmlformats.org/officeDocument/2006/relationships/slide" Target="slides/slide14.xml"/><Relationship Id="rId58" Type="http://schemas.openxmlformats.org/officeDocument/2006/relationships/slide" Target="slides/slide15.xml"/><Relationship Id="rId59" Type="http://schemas.openxmlformats.org/officeDocument/2006/relationships/slide" Target="slides/slide32.xml"/><Relationship Id="rId60" Type="http://schemas.openxmlformats.org/officeDocument/2006/relationships/slide" Target="slides/slide33.xml"/><Relationship Id="rId61" Type="http://schemas.openxmlformats.org/officeDocument/2006/relationships/slide" Target="slides/slide35.xml"/><Relationship Id="rId62" Type="http://schemas.openxmlformats.org/officeDocument/2006/relationships/slide" Target="slides/slide43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60120"/>
            <a:ext cx="4480560" cy="448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2344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게임 기획서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27632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0" b="1">
                <a:solidFill>
                  <a:srgbClr val="1A1822"/>
                </a:solidFill>
                <a:latin typeface="Malgun Gothic"/>
              </a:rPr>
              <a:t>칩과 다트판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054096"/>
            <a:ext cx="539496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273552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3D394A"/>
                </a:solidFill>
                <a:latin typeface="Malgun Gothic"/>
              </a:rPr>
              <a:t>다트를 던지는 손과 판을 읽는 머리가 곱해지는 로그라이트.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3D394A"/>
                </a:solidFill>
                <a:latin typeface="Malgun Gothic"/>
              </a:rPr>
              <a:t>조준은 실시간 타이밍이고, 점수는 카지노 칩이 쌓아 올린다.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장르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31596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싱글플레이 로그라이트 · 스코어어택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엔진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59028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Godot 4.7 · GDScript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64607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해상도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864607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640 × 360 · 최근접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38927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규모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138927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1인 개발 · 프로토타입 진행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1447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2026 · 개인 포트폴리오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41324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진행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41324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여덟 라운드 완주 가능 · 칩 26 · 개조 8 · 다트 5 · 제약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 문서를 읽는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수치는 전부 현재 빌드에서 실제로 도는 값이다. 표에 적힌 숫자와 게임 안의 숫자가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다를 수 없도록, 이 문서의 데이터 표는 프로젝트의 데이터 파일에서 그대로 뽑았다.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1051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여섯 장(章)으로 나눈다. 컨셉 → 흐름 → 시스템 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밸런스 → 연출 → 개발. 앞장이 뒷장의 전제가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3639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수치의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47287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밸런스 상수는 scripts/data.gd, 아이템 표는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data/items.csv 한 곳에만 있다. 코드에 복제본이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6227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7316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발동률과 기여도는 실제 판정 함수에 36만 발을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통과시켜 잰 값이다.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1051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2140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모든 그림은 실행 중인 빌드를 그대로 찍은 것이다.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목업이나 콘셉트 아트가 아니다.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3639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미정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447287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아직 안 정한 것은 "미정"이라 적었다.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46227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용어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77316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칩 = 아이템, 개조 = 보드 변형, 탄창 = 다트 구성.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게임 안에서 쓰는 말을 그대로 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목차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1719072"/>
            <a:ext cx="3291839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43400" y="1719072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001000" y="1719072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5800" y="4114800"/>
            <a:ext cx="3291839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343400" y="4114800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001000" y="4114800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 / 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1장 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362456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한 줄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0594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점수는 칩 × 배수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84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핵심 재미 세 기둥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31673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2장  컨셉트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0" y="1362456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627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배수는 면적이다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80594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가져온 것과 버린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984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이 게임만 가진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625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타깃 유저와 경험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31673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3장  게임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62456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27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여덟 라운드가 한 런이다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0594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한 라운드의 네 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984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한 발의 상태 여섯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1625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화면 열 개가 이어지는 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131673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4장  조작방식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1362456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627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무엇을 누르는가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80594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2단 게이지 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84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조준 수치와 난수 감사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5장  규칙과 득점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06324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284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판정 다섯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0672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판을 면적으로 편 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850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득점이 만들어지는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0175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6장  아이템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0" y="306324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3284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성장 축 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50672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구조와 조건 열아홉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6850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데이터 표 · 골드 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863339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개조 여덟과 성립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40416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다트 다섯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42199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수치를 어떻게 쟀나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30175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7장  시너지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306324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3284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조건이 겹치는 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50672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곱셈은 순서를 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6850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성립하는 조합 다섯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863339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같이 들면 안 되는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40416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아직 안 채운 설계 격자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30175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8장  진행과 경제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306324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33284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스테이지 제약 여섯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350672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상점의 자리 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36850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희귀가 뜻을 갖는 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3863339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골드가 들어오는 네 갈래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0416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난이도 곡선과 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2199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알려진 문제와 조정안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71830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9장  UI /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4764024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29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무엇을 먼저 보게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075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인게임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85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벽에 꽂힌 탄창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6412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상점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사고파는 조작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2074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기호 서른여덟 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990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실수를 막는 장치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471830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10장  아트와 사운드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0" y="4764024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5029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이미지 파일이 0개다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52075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팔레트와 해상도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5385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딜러를 넣었다가 되돌린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556412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득점 연출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57424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사운드도 파일이 0개다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471830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11장 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4764024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029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표가 스스로 잡는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2075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기술 구조와 데이터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385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지금 플레이할 수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56412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다음에 할 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줄 요약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35024"/>
            <a:ext cx="10817352" cy="115214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1A1822"/>
                </a:solidFill>
                <a:latin typeface="Malgun Gothic"/>
              </a:rPr>
              <a:t>"다트판 위에서 조합을 굴리는 로그라이트."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98064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2798064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2단 게이지로 다트를 조준해 던지고, 꽂힌 자리를 읽어 점수를 계산한다.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여덟 라운드 동안 목표 점수를 넘기면 이긴다.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561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무엇을 모으는가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785616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라운드를 넘길 때마다 상점에서 칩 · 보드 개조 · 다트를 산다.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칩은 조건과 효과의 짝이고, 다섯 칸까지만 들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7316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무엇이 재미인가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4773168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조준 실력과 빌드가 더해지지 않고 곱해진다. 잘 맞히면 앞자리가 커지고,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잘 모으면 뒷자리가 커진다. 둘 중 하나만으로는 후반을 못 넘긴다.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뒤에 나오는 모든 시스템은 "곱셈을 어떻게 만들 것인가"에 대한 답이다.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다트 한 발이 만드는 점수는 두 개의 수로 나뉜다. 꽂힌 칸이 앞의 수를 정하고,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꽂힌 링과 들고 있는 칩이 뒤의 수를 정한다.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1F6FBF"/>
                </a:solidFill>
                <a:latin typeface="Arial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3408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5E5A6B"/>
                </a:solidFill>
                <a:latin typeface="Malgun Gothic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C0402A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배수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408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5E5A6B"/>
                </a:solidFill>
                <a:latin typeface="Malgun Gothic"/>
              </a:rPr>
              <a:t>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B06E00"/>
                </a:solidFill>
                <a:latin typeface="Arial"/>
              </a:rPr>
              <a:t>225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점수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1920240"/>
            <a:ext cx="1554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20 · 트리플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→ 칩 20 · 배수 3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"삼중고"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→ 배수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566160"/>
            <a:ext cx="1081735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구조가 만드는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① 실력이 앞자리를 만든다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어느 칸에 꽂혔는지는 순전히 조준의 결과다.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칩을 아무리 모아도 빗나가면 곱할 것이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② 빌드가 뒷자리를 만든다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배수는 칩이 얹는다. 조준이 완벽해도 빌드가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없으면 6라운드(목표 820)에서 벽에 부딪힌다.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③ 실패도 축이 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 범위가 판보다 넓어 상당수가 빗나간다.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"빗나가면 점수 +30" 이 그 빈칸을 자산으로 바꾼다.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발라트로에서 배수는 숫자다. 다트에서 배수는 면적이다. 이 차이가 다음 장의 주제다.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핵심 재미 세 기둥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무엇을 재미로 삼을지 먼저 정하고, 그 셋에 봉사하지 않는 기능은 넣지 않았다.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" y="1947672"/>
            <a:ext cx="237744" cy="237744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41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난수 없이 손끝으로만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정해진다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게이지가 두 번 왕복한다 — 상하 한 번, 좌우 한 번.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멈추는 순간이 그대로 착탄점이다. 난수가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트리플 띠는 판 넓이의 약 12%다. 노려야 들어간다.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4296" y="1947672"/>
            <a:ext cx="237744" cy="23774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조합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다섯 장 안에서 조건이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겹친다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칩은 조건과 효과의 짝이다 — "트리플이면 배수 +4".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슬롯이 다섯뿐이라 넣는 것이 곧 빼는 것이다.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보드 개조가 조건의 성립 확률 자체를 바꾼다.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1896" y="1947672"/>
            <a:ext cx="237744" cy="23774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593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Malgun Gothic"/>
              </a:rPr>
              <a:t>숫자가 한 장씩 쌓인다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점수와 배수가 따로 오르고, 발동한 칩만 이름을 띄운다.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소리는 한 단계마다 반음씩 올라간다.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마지막에 두 수가 곱해지며 목표선을 넘는다.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세 기둥은 한 발 안에서 순서대로 일어난다. 조준하고, 조건이 걸리고, 숫자가 쌓인다. 한 사이클이 약 6초다.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컨셉트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배수는 숫자가 아니라 면적이다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카드 게임에서 배수는 카드에 적힌 수다. 다트판에서 배수는 판 위의 띠이고,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띠는 넓이를 가진다. 이 차이가 이 게임이 다트 위에 서는 유일한 이유다.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0368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판 · 여섯 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83663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같은 "배수 3"이 두 게임에서 뜻하는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49424"/>
            <a:ext cx="3429000" cy="129844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2468879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카드 게임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2761487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카드를 뽑으면 배수 3 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뽑았는가 아닌가 뿐이고,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손이 개입할 자리가 없다.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249424"/>
            <a:ext cx="3429000" cy="129844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2468879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다트판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1" y="2761487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 넓이의 12.20% 를 차지하는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띠다. 노려서 맞혀야 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개조로 넓힐 수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12463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그래서 따라오는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23360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배수를 사는 것이 아니라 넓히는 것이 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27939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"트리플 띠 +0.06" 이라는 개조가 성립한다. 칩을 한 장도 안 사고 배수의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기대값을 올리는 길이 열린다. 카드 게임에는 이 축이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882896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조준 실력이 배수에 직접 닿는다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5138928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트리플 띠는 던진 것 중 7.60% 에만 걸린다. 같은 칩을 들어도 노리는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사람과 안 노리는 사람의 기대값이 다르다.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742431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빗나감이 설계 재료가 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5998464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 범위가 판보다 넓어 37.68% 가 판 밖으로 나간다. 그 빈칸에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"빗나가면 점수 +30" 을 얹으면 실패가 빌드의 축이 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컨셉트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무엇을 가져오고 무엇을 버렸는가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이 게임은 발라트로의 정산 구조를 명시적으로 참조한다. 감추는 것보다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무엇을 가져왔고 어디서 갈라지는지 적는 편이 설계를 설명하는 데 낫다.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28799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참조작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828799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가져온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828799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버린 것 · 바꾼 것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8483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249424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발라트로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194560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조건×효과 카드, 슬롯 5칸, 점수×배수의 순차 정산,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상점 리롤 계단, 라운드 목표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94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카드 뽑기를 통째로 뺐다. 무작위 손패가 없고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입력이 실시간 조준 하나다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9992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182112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페글린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27248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물리로 결과가 정해지는 발사, 한 발마다 달라지는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 위의 상황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12724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튕김 난수를 안 쓴다. 착탄점은 게이지를 멈춘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순간으로 완전히 결정된다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93192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114799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럭 비 어 랜드로드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059935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조건과 효과를 짝지어 아이템을 정의하는 문법,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조건이 겹칠 때 생기는 시너지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059935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슬롯이 20칸이 아니라 5칸이다. 넣는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곧 빼는 것이 되도록 좁혔다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86460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047487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실물 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992623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20칸 배치, 트리플·더블 띠, 불과 한복판의 이중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구조 — 판의 형태를 그대로 물려받았다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992623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501·크리켓 규칙을 안 쓴다. 불이 배수 25 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아니라 칩 25 · 배수 1 인 것이 그 결과다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579729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컨셉트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 게임만 가진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레퍼런스와 갈라지는 지점을 시스템으로 적는다. 셋 다 뒷장에서 수치로 다시 나온다.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1856231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F6FB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46504" y="1874519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조준과 착탄에 난수가 0 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4" y="2240279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게이지는 주기 1.0 의 삼각파이고, 멈춘 시점이 그대로 착탄점이다.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난수는 상점 매대 · 개조 풀 · 스테이지 후보 · 칩 봉인 · 연출에만 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"운이 나빠서 빗나갔다" 가 성립하지 않는다.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4290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3447287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밸런스 통화가 기하다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4" y="3813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판값(board_val)은 균등 조준 다트당 기대 점수를 면적 적분 하나로 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칩·개조·다트가 전부 "다트당 몇 점" 이라는 같은 자로 재진다. 기본 판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15.43, 상한 23.15. 이 한 수가 칩·개조·다트를 같은 자로 재게 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782312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500176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C0402A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6504" y="5020055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슬롯이 아니라 판값이 조합을 막는다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6504" y="5385816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칩은 5칸 슬롯이 상한이지만 개조는 슬롯을 안 먹는다. 대신 판값이 기본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판의 1.50배를 넘기는 개조는 매대에 아예 안 뜬다. 구조로 막았다.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9943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개조 여덟의 이름은 전부 순우리말이다. 속살, 겉살, 벼랑, 아랫목, 멍석, 판벌이, 판갈이, 짝패. 판을 고치는 손의 어휘로 묶었다.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컨셉트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누구에게, 무엇을 느끼게 할 것인가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35024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타깃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0078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주 타깃 — 발라트로를 끝까지 해 본 사람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75103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조건×효과와 곱셈 빌드의 문법을 이미 안다. 새로 배울 것은 조준 하나뿐이다.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4203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부 타깃 — 플래시 게임 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16351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2단 게이지 조준은 설명이 필요 없는 조작이다. 빌드는 몰라도 첫 판은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79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안 노리는 층 — 실물 다트 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59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501 도 크리켓도 없다. 판만 빌렸을 뿐이라 다트 게임을 기대하면 어긋난다.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70832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전제하는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36592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 실력을 요구하는 덱빌더는 두 유저층의 교집합이라 좁다.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이 리스크를 줄이는 손잡이가 "난수 없는 조준" 이다. 연습하면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반드시 나아지고, 나아진 만큼 점수가 오른다.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35024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플레이어 경험 목표와 그것을 만드는 장치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190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"박자를 외워서 이기는 게 아니다"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1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 위상 gt 를 라운드 내내 초기화하지 않는다.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한 발마다 진자를 새로 읽어야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8833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"빗나간 건 판 탓이 아니라 내 탓이다"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62656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조준·착탄 경로에 난수 호출이 하나도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같은 시점에 멈추면 같은 곳에 꽂힌다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5760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"정산을 앞질러 세어 본다"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931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점수와 배수가 따로 오르고 한 단계마다 0.34초 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소리가 반음씩 올라 다음 수를 예고한다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6268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"판을 내 것으로 고쳐 나간다"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901184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 여덟은 슬롯을 안 먹는다. 산 것이 지워지지 않고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판의 모양으로 남아 런 끝까지 보인다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경험 목표를 먼저 적고, 그것을 만드는 장치를 옆에 적었다.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런은 여덟 라운드다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판은 10~15분이다. 메타 진행이 없어서, 실패하면 아무것도 안 남고 처음부터 다시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3136391"/>
            <a:ext cx="1240155" cy="38404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3970" y="2940449"/>
            <a:ext cx="1240155" cy="57999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3970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3970" y="2684417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85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2141" y="2744506"/>
            <a:ext cx="1240155" cy="775933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1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1" y="2488474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150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0313" y="2548563"/>
            <a:ext cx="1240155" cy="97187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0313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0313" y="2292531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270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2352620"/>
            <a:ext cx="1240155" cy="1167819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3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3" y="2096588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470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26654" y="2156677"/>
            <a:ext cx="1240155" cy="1363762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654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6654" y="1900645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820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94826" y="1960734"/>
            <a:ext cx="1240155" cy="1559705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94826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4826" y="1704702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1450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2997" y="1764791"/>
            <a:ext cx="1240155" cy="175564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62997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997" y="1508760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Arial"/>
              </a:rPr>
              <a:t>2500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3575303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3904487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목표 점수 — 라운드마다 기하평균 1.775배로 오른다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BF"/>
                </a:solidFill>
                <a:latin typeface="Malgun Gothic"/>
              </a:rPr>
              <a:t>상점은 일곱 번이다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 N 을 클리어한 뒤 N+1 을 위해 열린다.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8라운드 뒤에는 상점이 없다. 마지막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라운드는 보상 없이 끝난다.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목표를 넘긴 순간 끝난다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남은 다트는 골드가 된다. "안전하게 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던지기" 와 "적은 발로 끝내기" 가 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 저울에 오른다.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C0402A"/>
                </a:solidFill>
                <a:latin typeface="Malgun Gothic"/>
              </a:rPr>
              <a:t>실패는 즉시 런 종료다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여섯 발을 다 던지고도 목표에 못 미치면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 자리에서 끝난다. 이어하기도, 다음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런으로 넘길 자원도 없다.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라운드는 네 걸음이다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판 고르기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제약 카드 셋 중 하나를 고른다.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스킵이 없어서 매 라운드 하나는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반드시 안고 던진다.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09544" y="2523744"/>
            <a:ext cx="201168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192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던지기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여섯 발. 한 발마다 자루를 고르고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두 축을 조준해 던진다.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목표를 넘긴 순간 끝난다.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52744" y="2523744"/>
            <a:ext cx="201168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624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클리어 4골드 · 남은 다트 1개당 1골드 ·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보유 5당 이자 1(상한 5) ·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칩이 주는 몫.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95944" y="2523744"/>
            <a:ext cx="201168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8056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상점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2 · 개조 1 · 다트 1 이 테이블 위로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떨어진다. 끌어 옮기고 오른쪽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창구로 밀어 넣어 산다.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5020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네 걸음이 만드는 저울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34256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· 과잉 조준이 손해가 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460857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목표를 넘긴 순간 라운드가 끝나므로, 이미 이긴 판에서 남은 다트를 더 던지면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골드만 버린다. "충분히 이겼는가" 를 매 발마다 세게 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26694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· 정산이 여덟 번이 아니라 일곱 번이다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" y="554126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마지막 라운드 뒤에는 상점이 없다. 8라운드용 빌드는 7라운드 상점에서 완성돼야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하고, 그래서 마지막 상점의 선택이 런 전체에서 가장 무겁다.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발이 지나는 여섯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게임 전체 상태는 열 개이고, 그중 여섯이 다트 한 자루의 사이클을 이룬다.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PICK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자루 고르기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벽에서 다트를 뽑는다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7524" y="2340863"/>
            <a:ext cx="219455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15539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4412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4412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AIM_V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4412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높이 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7564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가로선이 위아래로 훑는다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36136" y="2340863"/>
            <a:ext cx="219456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264152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3024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3024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AIM_H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좌우 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세로선이 좌우로 훑는다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84748" y="2340863"/>
            <a:ext cx="219456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12764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1636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CONFIRM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1636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4788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착탄점 위로 원이 조인다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33359" y="2340863"/>
            <a:ext cx="219456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61375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0247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0247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FLY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80247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비행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3399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0.20초 고정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81972" y="2340863"/>
            <a:ext cx="219456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809988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28860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8860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RESOLVE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8860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2012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칩이 한 장씩 발동한다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3081528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RESOLVE 가 끝나면 다시 PICK 으로 돌아간다. 다트가 떨어지면 라운드가 끝난다.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5701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흐름에서 설계로 정한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95935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PICK 은 건너뛸 수 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" y="423367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남은 자루가 전부 같은 종류면 고를 것이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표준만 든 첫 런에서는 이 화면이 아예 안 뜨고,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초심자가 처음 만나는 것은 다섯 상태 사이클이다.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95935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CONFIRM 은 무를 수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423367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두 축을 잠근 뒤에는 되돌리는 입력이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확인 구간은 고칠 시간이 아니라 본 것을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확인하는 시간이다.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1846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자루는 던져야 빠진다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" y="545896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고른 순간에는 뽑아 든 것으로만 표시하고,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벽에서 실제로 빠지는 것은 FLY 로 넘어가는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순간이다. 조준 중에도 갈아탈 수 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51846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게이지 위상은 안 끊긴다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545896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높이를 잠근 뒤 좌우가, 발사한 뒤 다음 발의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높이가 같은 진자를 이어받는다. 고정 박자로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세어 맞히는 길이 막혀 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화면 열 개가 이어지는 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발의 사이클 여섯 개 바깥에, 라운드를 돌리는 네 개가 더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루프가 둘이다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안쪽은 발 루프다. PICK → AIM_V → AIM_H → CONFIRM → FLY → RESOLVE 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라운드에 최대 여섯 번 돈다. 바깥은 라운드 루프다. STAGE → 발 루프 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CLEAR → SHOP → STAGE 를 일곱 번 돈다.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빠져나가는 문은 하나다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RESOLVE 가 끝날 때마다 둘을 본다. 목표 달성이거나 남은 다트 0 이면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라운드가 끝나고, 아니면 PICK 으로 돌아간다. 라운드가 끝날 때 목표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미달이면 그 자리에서 OVER 다. 이어하기가 없다.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8라운드에는 상점이 없다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R8 을 클리어하면 CLEAR 와 SHOP 을 안 거치고 바로 OVER 로 간다. 마지막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라운드는 보상 없이 끝난다.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PICK 은 건너뛴다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남은 자루가 전부 같은 종류면 고를 것이 없어 자동으로 AIM_V 로 들어간다.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표준 다트만 든 첫 런에서는 이 화면이 한 번도 안 뜬다.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지금 없는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타이틀 · 설정 · 일시정지 · 세이브가 없다. 씬은 노드 하나이고 실행하면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곧바로 STAGE 로 들어간다. OVER 에서 클릭하면 런이 통째로 초기화된다.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상태를 바꾸는 곳은 열한 군데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상태 열 개는 enum S 한 줄에 있고, 그 값을 바꾸는 지점이 코드 전체에 열한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군데다. 상태 변수를 두 곳에서 쓰지 않는 것이 이 게임에 상태 버그가 적은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이유다.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조작방식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무엇을 누르는가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버튼 하나로 완주한다. 좌클릭 말고는 게임 진행에 필요한 입력이 없다.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609344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상태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09344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좌클릭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6840" y="1609344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스페이스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82880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195681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PICK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195681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왼쪽 벽의 다트를 누르면 그 자루를 고른다 (히트박스 36×36)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195681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0번 자루를 고른다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17627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2257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AIM_V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32257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판 중심 반경 129px 안을 누르면 높이 확정. 벽의 다른 자루를 누르면 갈아타기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232257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즉시 높이 확정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5420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68833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AIM_H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688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같은 규칙으로 좌우 확정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268833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즉시 좌우 확정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9077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0540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CONFIRM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05409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받지 않는다. 0.45초 뒤 자동 발사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305409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받지 않는다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27355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1985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FLY · RESOLVE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41985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받지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34198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받지 않는다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63931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8561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CLEAR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78561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좌표를 안 본다. 아무 데나 누르면 상점으로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378561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상점으로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400507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5137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STAGE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415137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카드가 다 설 때까지 0.56초 무시. 그 뒤 카드를 누르면 제약 확정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415137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동작 안 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43708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51713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45171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창구 → 랙 → 리롤 → 다음 → 낙하 중 세우기 → 매물 → 취소 순으로 판정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451713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선택 해제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47365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8828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488289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아무 데나 누르면 새 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488289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새 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510235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키 재설정이 없다. project.godot 에 [input] 섹션 자체가 없고 모든 키가 하드코딩이다. 게임패드와 터치는 안 읽는다. 키보드만으로는 완주할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수 없다 — 던지기는 스페이스로 되지만 상점의 구매·판매·리롤과 스테이지 제약 선택은 좌표 클릭뿐이다. 반대로 마우스만으로는 완주할 수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조작방식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두 번 멈추면 한 발이 정해진다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플래시 게임의 2단 게이지를 그대로 쓴다. 배우는 데 설명이 필요 없고,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난수가 없어 연습이 반드시 실력으로 쌓인다.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i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5212080" cy="2931795"/>
          </a:xfrm>
          <a:prstGeom prst="rect">
            <a:avLst/>
          </a:prstGeom>
        </p:spPr>
      </p:pic>
      <p:pic>
        <p:nvPicPr>
          <p:cNvPr id="7" name="Picture 6" descr="aim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901951"/>
            <a:ext cx="5212080" cy="29317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4873752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① AIM_V — 가로선이 위아래로 훑는다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1072" y="4873752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② AIM_H — 세로선이 좌우로 훑는다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1207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멈춘 높이가 착탄점의 y 다. 판 위를 눌렀을 때만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잠긴다.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521207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멈춘 좌우가 착탄점의 x 다. 두 축이 잠기면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CONFIRM 이 시작되고 되돌릴 수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게이지 파형은 주기 1.0 의 삼각파다. 기울기 절댓값이 일정해서, 균등한 시점에 멈춘다고 보면 착탄점이 조준 사각형 위에 균등분포한다. 모든 밸런스 수치가 이 가정 위에 서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조작방식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조준의 수치와 난수 감사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조준이 실력의 축이라고 주장하려면 난수가 없다는 것을 증명해야 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00199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수치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판 반지름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96596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9659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106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tuning.csv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402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조준 진폭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2402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SWING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240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119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4027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tuning.csv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459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1459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SWING /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5145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1.1226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51459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이 비가 빗나감을 만든다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78891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게이지 속도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78891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gauge_speed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78891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78891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"역풍" 이 2배로 만든다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0632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조준선 속력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06323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 · SWING · 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6323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333 px/s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06323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60fps 에서 한 프레임 5.55px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33755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확인 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33755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confirm_hold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333755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0.45초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33755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"안개" 가 0 으로 만든다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6118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36118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fly_time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36118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0.20초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361187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게이지 속도와 무관한 고정값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88619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잠기는 반경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388619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R × 1.22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38861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129 px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88619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 밖을 눌러도 안 잠긴다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600199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난수 감사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194767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game.gd 전체에서 난수를 부르는 곳은 스물세 군데다.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조준값이나 착탄점을 정하는 것은 그중 하나도 없다.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5146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난수를 쓰는 곳 — 다섯 갈래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2788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상점 매대 · 개조 풀 · 스테이지 후보 · 칩 봉인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연출(화면 흔들림, 꽂힌 자루의 기울기)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4290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7D3C"/>
                </a:solidFill>
                <a:latin typeface="Malgun Gothic"/>
              </a:rPr>
              <a:t>안 쓰는 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3952" y="37033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 위상 · 착탄점 · 판정 · 정산 · 배수 계산.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같은 시점에 멈추면 같은 자리에 꽂힌다.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3434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단 하나의 예외 — 검증 모드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4617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헤드리스 자동 플레이에서만 착탄점을 판 안에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무작위로 다시 찍는다. 정상 실행에서는 안 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09360" y="5312664"/>
            <a:ext cx="5212080" cy="713232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47104" y="547725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 = 1 − πR² / (2·SWING)² = 37.683%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측정값 37.76% (36만 발) — 기하 계산과 맞는다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규칙과 득점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hit_info() 는 착탄점 하나를 받아 칩 값과 배수를 돌려준다. 순서가 곧 규칙이다.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3794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0402A"/>
                </a:solidFill>
                <a:latin typeface="Malgun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4708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판 밖인가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783079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중심에서의 거리가 판의 끝을 넘으면 빗나감이다.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0 · 배수 0 · 칸 −1 을 돌려준다.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243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3347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한복판인가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569464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 ≤ 0.06 이면 칩 50 · 배수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50 이 아니라 칩 50 인 것이 이 판의 성격을 정한다.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27832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107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41985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불인가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355848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 ≤ 0.14 이면 칩 25 · 배수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링이 아니므로 "트리플·더블 어디든" 조건에서 빠진다.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014215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97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BF"/>
                </a:solidFill>
                <a:latin typeface="Malgun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2062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어느 칸인가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4142231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각도를 20으로 나눠 칸을 정한다.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값이 그대로 칩이 된다 (1~20).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00600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834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0402A"/>
                </a:solidFill>
                <a:latin typeface="Malgun Gothic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99262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어느 띠인가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4928616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반경으로 배수를 정한다. 더블 2 · 트리플 3 · 그 밖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 "아랫목" 이 켜지면 안쪽 띠 하나를 더 본다.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641848"/>
            <a:ext cx="10817352" cy="731520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69864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반환 치역이 계약이다. 배수 ∈ {0,1,2,3} · 칸 ∈ {−1} ∪ [1,20] ∪ {25,50}.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칩 조건 19종이 전부 이 치역 위에 서 있어서, 칸 값이 25 를 넘기면 칸이 불로 읽히고 "명중왕" 이 오발한다.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규칙과 득점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판을 면적으로 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"배수는 면적이다" 를 수치로 적은 표다. 개조와 제약이 바꾸는 것이 이 표의 오른쪽 두 열이다.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28216"/>
            <a:ext cx="3017520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169163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6916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69163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칩 · 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69163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판 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3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던진 것 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51960" y="1929384"/>
            <a:ext cx="640080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51960" y="203911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한복판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03911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0.00 – 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3911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칩 50 · 배수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03911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0.36%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039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0.22%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23682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3682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0.06 – 0.14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36829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칩 25 · 배수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368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1.60%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3682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1.00%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69747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단타 안쪽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6974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0.14 – 0.56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6974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칸 값 · 배수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9747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29.40%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2697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18.32%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302666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302666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0.56 – 0.66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02666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칸 값 · 배수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0266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12.20%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02666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7.60%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3355847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단타 바깥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355847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0.66 – 0.90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355847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칸 값 · 배수 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33558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37.44%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335584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23.33%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3685031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더블 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685031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0.90 – 1.00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685031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칸 값 · 배수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200" y="36850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19.00%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4040" y="3685031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11.84%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4014215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4014215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1.00 초과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4014215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01421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64040" y="401421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37.68%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1960" y="4489704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띠는 판의 12.20% 지만 던진 것 중 7.60% 에만 걸린다.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개조 "속살" 이 이 띠를 0.06 넓히면 그 한 장으로 배수 3 의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기대값이 절반 가까이 오른다. 칩은 한 장도 안 샀다.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"판 안" 은 판에 꽂힌 것 중의 비율, "던진 것 중" 은 빗나감을 포함한 전체 대비다. 밸런스 계산은 언제나 뒤쪽 열을 쓴다.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규칙과 득점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발이 정산되는 동안 두 개의 수가 따로 자란다. 마지막에 한 번 곱한다.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re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39"/>
            <a:ext cx="5760720" cy="3240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46904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 17 × 배수 3 — 정산 카드는 화면 가장자리에서 튀어나온다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55063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정산 순서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20824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020824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585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꽂힌 칸이 칩의 시작값, 띠가 배수의 시작값이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788920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788920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다트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3026663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가벼운 다트는 배수 +3, 관통은 배수를 1로 못박는다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557015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57015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칩 다섯 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794759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순서대로 조건을 검사하고, 걸린 것만 이름을 띄운다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325112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25112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곱셈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562855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 × 배수. 이 수가 라운드 합계에 더해진다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5074920"/>
            <a:ext cx="4663440" cy="113385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5202936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효과 네 종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/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점수 +N     칩에 더한다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+N     배수에 더한다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×N     배수에 곱한다 — 두 번째 층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+N/연속  같은 칸을 이을수록 자란다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"배수 ×N" 이 두 번째 곱셈 층이다. 곱셈이 두 겹이 되는 순간 후반 라운드의 목표가 넘어갈 수 있는 수가 된다. 8라운드 목표 2500 은 다트당 417점이고, 무개조 기본값 9.59점의 43배다.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성장 축 셋은 서로를 대체하지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보통 이 장르는 성장 축이 하나다. 여기는 셋이고 각자 다른 질문에 답한다.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8408" y="1929384"/>
            <a:ext cx="219456" cy="219456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75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26종 · 슬롯 5칸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BF"/>
                </a:solidFill>
                <a:latin typeface="Malgun Gothic"/>
              </a:rPr>
              <a:t>어디를 노릴지를 바꾼다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조건과 효과의 짝이다. "트리플이면 배수 +4".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슬롯이 다섯뿐이라 넣는 것이 곧 빼는 것이다.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뱉은 결과를 읽는다.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29384"/>
            <a:ext cx="219456" cy="219456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보드 개조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8종 · 슬롯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얼마나 잘 맞출지를 바꾼다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띠를 넓히고, 옮기고, 하나 더 만들고, 판을 키운다.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종류는 런에 한 번만. 슬롯 대신 판값 상한이 막는다.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읽는 값 자체를 바꾼다.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93608" y="1929384"/>
            <a:ext cx="219456" cy="219456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227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5종 · 탄창 6발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E7D3C"/>
                </a:solidFill>
                <a:latin typeface="Malgun Gothic"/>
              </a:rPr>
              <a:t>던지는 감각을 바꾼다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무거운 것은 게이지가 느린 대신 배수를 깎고,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자석은 중심으로 당겨 빗나감을 37.68%에서 5.52%로 줄인다.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발마다 다른 자루를 골라 쓴다.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001768"/>
            <a:ext cx="10817352" cy="85953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184648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세 축이 한 저울 위에 있다. 판값(board_val)은 균등 조준 다트당 기대 점수를 면적 적분으로 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그래서 개조 하나를 사면 칩 26종의 값어치가 전부 조금씩 움직인다. 이것이 이 게임의 밸런스 통화다.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칩은 조건과 효과의 짝이다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한 장은 "언제 걸리는가" 와 "무엇을 하는가" 두 조각이다.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 19종 × 효과 4종의 격자 위에서 26장을 골라 놓았다.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5120640" cy="124358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06654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41401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트리플 명중 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41401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724911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조건           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6537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한 장을 이루는 여섯 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31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세 글자. 한 번 정하면 안 바꾼다 — 등장 표·측정 시트·배타가 이걸로 붙는다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883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883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check() 가 아는 열아홉 중 하나. CSV 로는 새로 못 만든다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1455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효과 ·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1455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/ 배수 / 배수× / 배수 연속 — 단위가 효과마다 다르다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6027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6027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4 · 7 · 11 · 14 넷뿐. 판매가는 여기서 파생한다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05993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059935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흔함 · 보통 · 희귀. 등장 가중치와 칩 색이 여기서 나온다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517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골드 반쪽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517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다섯 장만 갖는다. 득점을 깎고 정산에서 골드로 돌려받는다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45643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슬롯이 다섯이라는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822191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26장 중 다섯이다. 여섯 번째를 사려면 한 장을 팔아야 하고,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판매가는 구매가의 절반(내림)이라 평균 46% 만 돌아온다.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그래서 되팔기가 자유로운 실험이 아니라 손해를 감수하는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갈아타기가 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8406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런 전반과 후반이 다른 싸움이다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3949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한 런이 R7 까지 버는 자금은 누적 53골드 안팎이다.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전반은 자금 제약이고, 슬롯이 차는 후반에 와서야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"무엇을 뺄까" 가 문제가 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조건 열아홉을 새로 늘리려면 코드 세 곳이 같이 는다. 판정(check), 문장(cond_text), 그림(_icon_cond). 표만으로 못 늘리는 유일한 칸이라 items.csv 의 조건 열에 그 사실을 못 박아 두었다.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판정 함수가 아는 술어 전부다. 오른쪽 수치는 기본 판에서 다트 한 발이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조건에 걸릴 확률 — 36만 발을 실제 판정 함수로 돌려 잰 값이다.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넓다 — 조건이 거의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무조건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5272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05272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4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4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37.76%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2768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395727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판을 반으로 가른다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왼쪽 절반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31.05%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5272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오른쪽 절반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5272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31.19%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2904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홀수 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0536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짝수 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0536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30.50%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282549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294436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칸 값으로 가른다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15 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18.32%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05272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6~14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05272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27.42%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2904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5 이하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2904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37413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349300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띠를 노린다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트리플·더블 어디든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39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19.38%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05272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더블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05272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32904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32904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0536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0536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1.18%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392277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404164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순번과 흐름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7639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05272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막 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05272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32904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뚫은 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32904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10.70%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0536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88167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연속 명중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7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447141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85800" y="46817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표가 알려 준 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047488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왼쪽 31.05 + 오른쪽 31.19 = 62.24 — "무조건" 과 같은 값이다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" y="5257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장이 판을 완전분할하므로 같이 사면 조건이 사라진다. 검증기가 경고로 잡는다.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55955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"직전과 같은 칸" 과 "연속 명중" 은 같은 술어다 (둘 다 1.58%)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" y="576986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별칭으로 둔 것은 효과가 달라서다 — 하나는 1회성, 하나는 연속마다 자란다.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071616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조건 열아홉 중 죽은 것이 없다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" y="628192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안 쓰는 조건이 몇 개인지 검증기가 매 부팅마다 센다.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조건이 넓고 효과가 작은 쪽이다. 가격 4·7 이고 R2 상점부터 뜬다.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55063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55063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1655063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16550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3" y="1655063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65506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1655063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1874519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0025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대물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00253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0025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15 이상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200253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0025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18.32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00253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4.23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27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가장자리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3271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2327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8144" y="2327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23271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3271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7" y="23271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6517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짝수 애호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26517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26517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짝수 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8144" y="26517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6517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807" y="26517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9763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좌익수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29763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29763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왼쪽 절반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29763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29763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29763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29763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7.21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3009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33009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33009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3" y="33009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3168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33009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0.92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6255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홀수 애호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45920" y="36255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36255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홀수 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8144" y="36255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43983" y="36255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73168" y="36255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21807" y="36255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39502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우익수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45920" y="395020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76272" y="395020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오른쪽 절반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38144" y="39502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43983" y="395020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73168" y="395020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21807" y="395020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42748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소물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45920" y="427482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76272" y="427482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38144" y="42748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43983" y="427482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73168" y="42748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21807" y="427482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2.29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459943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0" y="459943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76272" y="4599431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38144" y="45994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3983" y="4599431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73168" y="459943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21807" y="4599431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1655063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69480" y="1655063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99831" y="1655063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61704" y="16550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67544" y="1655063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6728" y="165506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45367" y="1655063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309360" y="1874519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6309360" y="20025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69480" y="200253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9831" y="20025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61704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67544" y="200253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96728" y="20025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45367" y="200253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10.43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9360" y="2327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띠쟁이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69480" y="23271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99831" y="2327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트리플·더블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061704" y="2327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67544" y="23271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96728" y="23271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19.38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45367" y="23271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9.27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09360" y="26517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명중왕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269480" y="26517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99831" y="26517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61704" y="26517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67544" y="26517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96728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45367" y="26517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2.81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09360" y="29763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69480" y="29763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99831" y="29763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61704" y="29763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67544" y="29763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396728" y="29763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945367" y="29763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6.65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09360" y="33009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269480" y="33009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99831" y="33009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61704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67544" y="33009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96728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945367" y="33009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1.60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09360" y="36255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69480" y="36255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99831" y="36255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61704" y="36255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067544" y="36255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396728" y="36255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945367" y="36255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3.84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309360" y="39502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69480" y="395020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799831" y="395020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061704" y="39502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67544" y="395020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396728" y="395020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45367" y="395020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0.67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09360" y="42748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손맛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269480" y="427482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799831" y="427482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 뚫은 뒤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61704" y="42748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67544" y="427482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396728" y="42748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10.70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945367" y="427482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4.60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85800" y="57424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묶음  </a:t>
            </a:r>
            <a:r>
              <a:rPr sz="1200" b="1">
                <a:solidFill>
                  <a:srgbClr val="1A1822"/>
                </a:solidFill>
                <a:latin typeface="Arial"/>
              </a:rPr>
              <a:t>17장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가격  </a:t>
            </a:r>
            <a:r>
              <a:rPr sz="1200" b="1">
                <a:solidFill>
                  <a:srgbClr val="1A1822"/>
                </a:solidFill>
                <a:latin typeface="Arial"/>
              </a:rPr>
              <a:t>5.4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발동률  </a:t>
            </a:r>
            <a:r>
              <a:rPr sz="1200" b="1">
                <a:solidFill>
                  <a:srgbClr val="1A1822"/>
                </a:solidFill>
                <a:latin typeface="Arial"/>
              </a:rPr>
              <a:t>18.60%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다트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4.71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골드당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0.93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"발동%" 는 다트 한 발에서 조건이 걸릴 확률, "다트 기여" 는 그 칩 한 장만 들었을 때 다트당 늘어나는 점수다. 둘 다 36만 발 측정값이고 기본 판 · 균등 조준 가정이다.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빌드의 축이 되는 쪽이다. 아홉 장 중 다섯이 골드 칩(주황 이름)이고,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다섯은 득점 반쪽이 같은 조건의 다른 칩보다 낮은 대신 정산에서 골드를 돌려준다.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653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186537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3" y="186537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186537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084831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2128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2128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2128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22128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212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2128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19.13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5374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빈손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5374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25374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8144" y="25374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25374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5374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37.76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7" y="25374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11.33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8620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28620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28620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8144" y="2862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8620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2862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807" y="28620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22.31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1866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칼끝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31866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31866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31866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31866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31866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31866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5112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35112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35112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3511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3" y="35112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3168" y="35112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35112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1865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18653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99831" y="186537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1704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67544" y="186537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96728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45367" y="186537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309360" y="2084831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309360" y="22128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9480" y="22128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99831" y="22128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61704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67544" y="22128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96728" y="2212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45367" y="22128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14.28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25374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69480" y="25374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9831" y="25374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연속 명중 1회마다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61704" y="25374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+3/연속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67544" y="25374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96728" y="25374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45367" y="25374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0" y="28620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증폭기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69480" y="28620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99831" y="28620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61704" y="2862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67544" y="28620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96728" y="2862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45367" y="28620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9.59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09360" y="31866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69480" y="31866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99831" y="31866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6~14 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61704" y="31866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67544" y="31866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96728" y="31866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27.42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45367" y="31866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15.82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85800" y="57424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묶음  </a:t>
            </a:r>
            <a:r>
              <a:rPr sz="1200" b="1">
                <a:solidFill>
                  <a:srgbClr val="1A1822"/>
                </a:solidFill>
                <a:latin typeface="Arial"/>
              </a:rPr>
              <a:t>9장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가격  </a:t>
            </a:r>
            <a:r>
              <a:rPr sz="1200" b="1">
                <a:solidFill>
                  <a:srgbClr val="1A1822"/>
                </a:solidFill>
                <a:latin typeface="Arial"/>
              </a:rPr>
              <a:t>10.8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발동률  </a:t>
            </a:r>
            <a:r>
              <a:rPr sz="1200" b="1">
                <a:solidFill>
                  <a:srgbClr val="1A1822"/>
                </a:solidFill>
                <a:latin typeface="Arial"/>
              </a:rPr>
              <a:t>37.06%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다트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10.87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골드당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1.11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변덕쟁이(19.13)와 빈손(11.33)은 가격이 7 인데 기여가 희귀급이다. 값을 내리는 대신 등급만 올려 등장으로 잡았고, 그 예외는 표의 비고 칸에 "등급 예외" 로 적혀 있어야 검증기를 통과한다.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3877056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희귀 아홉이 각각 여는 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기본기 · 증폭기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조건 없는 점수와 곱셈. 모든 빌드의 바닥을 올린다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434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변덕쟁이 · 빈손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434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가격은 보통인데 기여가 희귀급. 등장으로 잡았다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중물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가운데 아홉 칸. 조준점을 옮기는 유일한 칩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칼끝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번째 곱셈 층. "좁은 판" 에 정면으로 맞는다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434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정밀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434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연속마다 자란다. 균등 조준에서 거의 안 걸린다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010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물주 · 큰손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하나를 수입에 건다. 득점을 깎고 골드를 받는다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골드 칩은 슬롯 하나를 수입에 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득점 반쪽을 깎고 정산에서 골드를 받는다. 다섯 장 모두 같은 조건의 다른 칩보다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득점이 낮고, 그 차액이 골드의 가격이다.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6537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8653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득점 반쪽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86537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골드 반쪽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6537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스프레드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1회 지급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0312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2311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23113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정산 때 보유 골드 6 이하면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311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261518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261518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615184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남은 다트 1개당 골드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615184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29992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299923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299923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한 발도 안 빗나가면 골드 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99923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3383279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33832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3383279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남은 다트 3개 이상이면 골드 +9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7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Arial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37673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7560" y="376732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376732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클리어 시 골드 +4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7673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2124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24281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스프레드가 손익선이다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608576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스프레드 = 구매가 − 판매가. 한 정산만 빌려 쓰고 되파는 것이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이득이 되려면 1회 지급이 이 선을 넘어야 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지금 넘는 것은 밑천(4 vs 2)과 큰손(9 vs 6) 둘이다.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둘 다 계속 들고 있는 쪽이 낫도록 조건을 좁혀 두었다.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24281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회수율은 단조가 아니라 V 자다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608576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판매가 = 구매가 ÷ 2 (내림) 이라 가격대마다 회수율이 다르다.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09360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06E00"/>
                </a:solidFill>
                <a:latin typeface="Arial"/>
              </a:rPr>
              <a:t>50%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 → 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07808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07808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Arial"/>
              </a:rPr>
              <a:t>43%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07808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 → 3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06256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06256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Arial"/>
              </a:rPr>
              <a:t>46%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06256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 → 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04704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04704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06E00"/>
                </a:solidFill>
                <a:latin typeface="Arial"/>
              </a:rPr>
              <a:t>50%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04704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 → 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0" y="59436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전체 평균 46.0%. "비쌀수록 팔면 손해" 가 최상위에서 끊긴다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정확히는 "되팔기를 전략에서 배제하는 수준" 이다.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개조는 판이 읽는 값을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칩이 판정 결과를 읽는다면, 개조는 판정이 읽는 값 자체를 바꾼다.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그래서 개조 하나를 사면 칩 26종의 값어치가 전부 조금씩 움직인다.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슬롯을 안 먹는다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969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칩과 달리 소지 한도가 없다. 대신 판값이 기본 판의 1.50배를 넘기는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개조는 매대에 아예 안 뜬다. 슬롯 자리를 판값 상한이 대신한다.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16351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한 종류는 런에 한 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08959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누적 구매가 없으므로 누적 상한도 없다. 예전에 있던 띠 폭 상한 세 개를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지운 것이 그래서다. 잡을 것이 없는 상한은 다음 사람에게 거짓 전제를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85615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판은 저장하지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07822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살 때마다 기본 판에서 표 순서대로 다시 굽는다. 그래서 "사는 순서가 판을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바꾸는가" 라는 물음 자체가 성립하지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0974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효과 축 일곱 — 표를 늘려도 코드가 안 느는 단위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링 폭 주고받기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slide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514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트리플 띠 이동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962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트리플 띠 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924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bull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불 이중 구조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58583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 바깥 경계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5820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swap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306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작은 칸 올리기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1268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odd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6754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짝수 칸 내리기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144767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축 하나가 판정 코드의 분기 하나와 1:1 로 대응한다. 같은 축을 쓰는 행을 늘리면 코드가 0줄 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새 축을 만들면 표 한 줄과 코드 한 가지가 같이 는다. 그 둘이 데이터와 로직이 닿는 접점 전부다.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보드 개조 여덟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7160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개조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3716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3716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79" y="137160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배타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371600"/>
            <a:ext cx="4297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왜 이 값인가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15910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171907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속살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7190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7190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 +0.06 · 더블 띠 −0.06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1719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171907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겉살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70078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합이 0 이라 판값이 거의 안 움직인다 — 값이 아니라 취향을 파는 카드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12140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26771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겉살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22677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22677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 −0.06 · 더블 띠 +0.06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22677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226771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속살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22494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속살의 정확한 역방향이라 배타로 묶었다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267004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281635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벼랑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281635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281635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띠가 더블 안쪽 0.03 자리로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281635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79" y="281635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7980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절대 좌표가 아니라 간격이다. 트리플과 더블을 한 조준선에 올린다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21868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33649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아랫목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336499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33649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안쪽에 트리플 띠 하나 더 (0.38~0.46)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3649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79" y="336499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34670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판정의 죽은 땅에만 얹혀 기존 네 조건식을 한 글자도 안 건드린다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376732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391363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멍석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91363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bull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3913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한복판 0.04 · 불 0.20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39136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79" y="391363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89534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한복판을 줄이고 불을 넓힌다. "명중왕" 의 조건이 여섯 배로 넓어진다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431596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46227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판벌이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37360" y="44622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out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판이 1.10배로 커진다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06440" y="44622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5079" y="446227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444398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 37.68% → 24.60%. "빈손" 과 정면으로 부딪히는 유일한 개조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486460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85800" y="501091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판갈이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37360" y="50109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swap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14600" y="50109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가장 작은 세 칸이 20이 된다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06440" y="50109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5079" y="501091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78040" y="49926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판벌이와 함께 사면 판값 상한에 걸려 매대에 안 뜬다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541324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85800" y="555955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짝패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37360" y="5559551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odd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14600" y="5559551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칸마다 짝이 생긴다 · 짝수 칸 −1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06440" y="555955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79" y="5559551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40" y="55412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홀수 애호와 짝수 애호의 값 차이를 벌린다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85800" y="596188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효과 문장은 표에 수치를 박지 않고 자리표시자로만 담는다. 값을 고치면 문장이 따라 바뀌므로 표가 거짓말을 할 수 없다.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개조가 자유롭게 판을 바꾸면 판정의 if 사슬이 전제하는 순서가 깨진다.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순서 자체가 규칙이고, 판을 굽는 매 단계마다 검사한다.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87782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84831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한복판 ≤ 불 &lt; 둘째 트리플 안 &lt; 둘째 트리플 밖 &lt; 트리플 안 &lt; 트리플 밖 &lt; 더블 안 &lt; 판의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14015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부등식을 통과해야 칩 50 · 칩 25 · 배수 3 · 배수 2 판정이 안 깨진다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6265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최소 폭 여섯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467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한복판 최소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34670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467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575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 띠 최소 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65759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5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0 이면 25칸이 사라진다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684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 최소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9684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9684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793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안쪽 최소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2793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2793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띠가 한복판까지 기어들지 않게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9028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링 최소 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59028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59028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0118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띠 사이 단색 최소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90118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90118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96265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판값 상한 — 슬롯을 대신하는 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346703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34747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A1822"/>
                </a:solidFill>
                <a:latin typeface="Arial"/>
              </a:rPr>
              <a:t>15.43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8770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346703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6840" y="34747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06E00"/>
                </a:solidFill>
                <a:latin typeface="Arial"/>
              </a:rPr>
              <a:t>23.15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38770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상한 (×1.50)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352544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판값은 균등 조준 다트당 기대 점수를 면적 적분으로 낸 수다.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 여덟 중 두 장 조합 스물여덟 가지(배타 짝 포함) 가운데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상한에 걸려 막히는 것은 판벌이 + 판갈이 하나뿐이다.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266944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둘 다 빌드를 안 가리는 카드라 함께 사면 "무엇을 들었든 좋은 판" 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된다. 조합을 막는 규칙이 정확히 그 한 자리에서만 보인다.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칸 값은 20을 절대 못 넘긴다. 판정이 25 이상을 불로 읽기 때문에, 25짜리 칸이 생기면 그냥 칸이 불로 판정되고 "명중왕" 과 홀짝 조건이 한꺼번에 죽는다.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다트 다섯은 던지는 감각을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탄창 여섯 발을 어떤 자루로 채울지가 세 번째 성장 축이다.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발마다 어느 자루를 쓸지 고르므로, 구성 자체가 순서 설계가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86537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게이지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8653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배수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865376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특성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865376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설계 의도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8483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3113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표준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2311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23113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231136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311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1284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기준선. 상점에 안 뜬다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65176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279806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BF"/>
                </a:solidFill>
                <a:latin typeface="Malgun Gothic"/>
              </a:rPr>
              <a:t>무거운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798064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798064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−1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798064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79806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779776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조준선이 0.55배로 느려진다. 맞히기 쉬운 대가로 배수를 깎으므로 점수형 칩과 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21868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3649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0402A"/>
                </a:solidFill>
                <a:latin typeface="Malgun Gothic"/>
              </a:rPr>
              <a:t>가벼운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336499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3364992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+3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364992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3649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334670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맞히기 어려운 대신 배수가 셋 는다. 자석과 같이 들면 위험이 사라진다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378561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39319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관통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93192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4600" y="393192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고정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931920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양옆 칸 0.5배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9319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9136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배수를 1로 못박아 트리플·더블·링 조건 칩이 전부 죽는다. 칸 값 빌드 전용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435254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449884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E7D3C"/>
                </a:solidFill>
                <a:latin typeface="Malgun Gothic"/>
              </a:rPr>
              <a:t>자석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449884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4498848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−1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4498848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중심으로 0.25 당김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498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4805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유효 명중 반지름이 넓어져 빗나감이 37.68% → 5.52% 가 된다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5800" y="491947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5800" y="5193792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무겁고 가벼움이 만드는 저울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5522976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무거운 다트는 게이지 속도를 0.55배로 낮춘다. 조준선이 초당 333px 에서 183px 로 느려져 트리플 띠(폭 10.6px)에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걸기가 훨씬 쉬워진다. 대신 배수가 하나 깎이므로 트리플에 넣어도 3 이 아니라 2 다. 가벼운 다트는 초당 633px 로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훑는 대신, 트리플에 걸면 배수가 6 이 된다.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아이템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조건이 넓고 값이 작은 칩과 좁고 큰 칩을 같은 자로 재기 위해,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실제 판정 함수에 36만 발을 통과시켜 칩마다 두 수를 뽑았다.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무엇을 쟀는가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21407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발동률 — 다트 한 발에서 그 칩의 조건이 걸릴 확률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다트당 기여 — 그 칩 한 장만 들었을 때 늘어나는 점수의 기대값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8335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전제 셋 — 이게 바뀌면 표의 모든 수가 통째로 무의미해진다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6265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① 개조 없는 기본 판  ② 칩은 한 장만 든다(다른 칩과의 곱은 안 본다)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③ 조준은 게이지가 훑는 사각형 위 균등분포다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9583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그래서 이 표는 상한도 하한도 아닌 기준선이다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803903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실제 사람은 가운데를 노린다. 중앙 조건(불 · 6~14)은 여기 값보다 더 자주 걸리고,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가장자리 조건(더블 · 링)은 덜 걸린다. 조준 모형을 표에 같이 적어 둔 이유다.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25695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가장 많이 버는 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731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7731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77316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62.2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477316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22.31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20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51206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1206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60.7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512064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19.13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4681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6~14 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468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546811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27.4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54681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15.82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462271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가장 적게 버는 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7731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47731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×2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477316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10.4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477316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1.60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120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51206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51206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1.6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12064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4681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54681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연속 명중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5468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+3/연속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546811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1.6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54681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925312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정밀(0.52)과 기본기(22.31)는 43배 차이다. 이것은 밸런스가 깨진 것이 아니라 측정 모형의 한계다. "연속 명중" 은 균등 조준이 같은 칸을 연달아 못 맞히기 때문에 거의 안 걸린다.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섹터를 겨냥하는 실제 플레이에서는 값이 완전히 달라진다. 이 한계를 표 안에 적어 두고 조준 모형 열을 만들었다.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7장 · 시너지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조건이 겹치는 자리와 안 겹치는 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두 장이 같은 발에서 같이 터지는가. 조건 열아홉을 서로 곱해 보면 다섯 쌍 중 하나는 영원히 안 만난다.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배타 38쌍 — 171쌍의 22%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빗나가면 판정이 빈손 말고 아무 조건도 안 본다. 한 발의 링은 하나뿐이라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트리플·더블·불이 서로 배타다. 불은 칸이 아니라서 홀짝과 대소도 못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만난다. 홀×짝, 좌×우처럼 판을 나누는 짝은 정의상 겹칠 자리가 없다.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반대로 반드시 겹치는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트리플과 더블은 링에 100% 포함된다. 무조건 조건은 어느 축에도 붙는다.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변덕쟁이는 걸릴 확률이 97~99%라 사실상 무조건 카드다.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외골수와 정밀은 같은 카드다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"같은 칸"과 "연속 명중"이 100% 양방향으로 일치한다. 조건이 완전히 같은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술어인데 값이 4골드와 11골드다. 둘을 같이 들면 조건 다양성이 0 이고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발동률이 둘 다 1.58% 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판이 좌우 대칭이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 절반은 중물이 60%, 오른쪽 절반은 대물 35%·소물 35% 다. 좌익수와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중물은 같은 조준선을 쓰고, 우익수는 대물·소물과 같은 조준선을 쓴다. 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사실이 지금 items.csv 에 안 적혀 있다.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대물을 노리면 소물이 터진다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큰 칸의 이웃이 작은 칸이다. 20의 이웃은 1과 5, 18의 이웃은 1과 4다.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트리플20 을 타이밍 오차 ±60ms 로 노리면 소물 48.78%, 대물 51.22% 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걸린다.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잰 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hit_info() 와 check() 를 그대로 옮겨 600만 발을 돌렸다. 단독 발동률이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_stats.csv 의 36만 발 측정과 0.1%p 안에서 맞는다. 기본 판 · 균등 조준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가정이다.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items.csv 에 축 태그 열이 이미 있고 26장 전부에 붙어 있는데, 그 열을 읽는 코드가 프로젝트에 없다. 태그별 장수를 검증기에 넣는 것이 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장의 첫 번째 할 일이다.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7장 · 시너지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곱셈은 순서를 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칩이 발동하는 순서가 랙 순서이고, 랙 순서는 산 순서다. 그리고 지금 그 순서를 바꿀 수 없다.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덧셈을 먼저 모으지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정산은 배수 +N 을 다 더한 뒤 ×N 을 곱하는 것이 아니다. 랙에 꽂힌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순서대로 하나씩 처리한다. 곱셈 칩이 덧셈 칩보다 앞에 있으면 아직 작은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배수를 곱한다.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같은 다섯 장이 −67%까지 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명중왕·막판·손맛·기본기·증폭기는 최선 순서 3,780, 최악 1,260 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연속을 쌓는 막판·손맛·칼끝·정밀·증폭기는 6,800 과 1,550 으로 −77% 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되돌릴 방법이 없다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칩은 산 순서로만 랙에 쌓이고 재정렬 UI 가 없다. 순서를 고치려면 되팔고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다시 사는 수밖에 없는데 판매가가 구매가의 절반이다. 막판을 R2 에 사고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명중왕을 R5 에 사면 그 런은 배수 층이 반토막인 채 끝난다.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다섯 슬롯의 최대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전수 탐색 결과 마지막 다트에 연속 0 이면 3,780 (칩 105 × 배수 36), 연속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5 면 7,680 (80 × 96) 이다. 슬롯 수별로는 1장 450 · 2장 900 · 3장 1,800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4장 2,880 · 5장 3,780.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곱셈 세 겹은 실전에 안 뜬다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곱셈 칩 셋의 조건이 더블 · 막 발 · 무조건이다. 셋이 겹치려면 라운드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마지막 다트로 더블 링이어야 한다. 판 한복판이나 트리플20 을 노리는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조준에서는 확률이 0.00% 다. 두 겹(×4)이 실질 상한이다.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불 축에서 칼끝은 논다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더블과 불이 배타이므로, 판 한복판을 노리는 축에서는 칼끝이 한 번도 안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터진다. 11골드짜리 희귀 칩이 슬롯 하나를 죽은 채로 차지한다.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조준 모형은 "게이지 타이밍 오차 ±δt 균등" 이다. 게이지가 등속 삼각파라 시간 오차가 위치 오차로 선형 사상되는 것은 코드에서 유도한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사실이지만, 사람의 타이밍 오차가 균등인지 정규인지는 미정이다. ±30ms · ±60ms 도 이 게임에서 잰 값이 아니다.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7장 · 시너지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성립하는 조합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축마다 조준선이 다르고, 축마다 무서워하는 제약이 다르다. 값은 6발 라운드 · 타이밍 오차 ±60ms · 기본 판 기준 다트당 기대 점수다.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373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73736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칩 다섯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0680" y="17373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1737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73736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조준선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737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약점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95681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84831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084831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명중왕 · 기본기 · 물주 · 변덕쟁이 · 증폭기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208483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4831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084831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판 한복판. 불 43.3%, 빗나감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08483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역풍 −60%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5054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6517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중앙-좌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65176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좌익수 · 중물 · 기본기 · 물주 · 증폭기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517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65176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판 왼쪽 0.45R. 중물 97.9%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6517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무조준 −68%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07238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18687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우측 대소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218687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우익수 · 소물 · 변덕쟁이 · 기본기 · 증폭기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218687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218687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578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3218687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오른쪽 18칸 방향 0.45R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218687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판갈이 −21%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63931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85615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785615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가장자리 · 띠쟁이 · 기본기 · 칼끝 · 증폭기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785615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78561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344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378561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반지름이 전부다. 벼랑이 축을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옮긴다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785615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좁은 판 −43%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420624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352544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무조건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435254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기본기 · 물주 · 변덕쟁이 · 빈손 · 증폭기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435254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435254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4352544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요구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435254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없음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477316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완성이 안 되는 것이 이 장의 결론이다. 누적 골드가 R5 에 35, R6 에 44, R7 에 53 인데 위 다섯 축의 값이 40~54 골드다. 증폭기는 R5 매대에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처음 뜬다. 축이 완성되는 시점과 그 축이 필요한 시점 사이에 여유가 한 라운드도 없다.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7장 · 시너지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같이 들면 안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아무 칩 두 장을 집으면 다섯 번에 한 번은 절대 같이 안 터진다. 그리고 가장 큰 반시너지는 칩이 아니라 다트다.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배타인 칩 짝 59개 — 325짝의 18%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빈손은 나머지 25장 전부와 배타다. 명중왕은 열 장과 배타다 — 대물 · 중물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소물 · 밑천 · 홀수 · 짝수 · 삼중고 · 띠쟁이 · 칼끝 · 큰손. 첫 발과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판돈은 각각 다섯 장과 못 만난다.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실제로 얼마나 손해인가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트리플20 을 노리는 같은 자리에서 삼중고+가장자리는 275.5, 가장자리를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본전으로 바꾸면 318.4 다. 명중왕+중물은 162.1 인데 명중왕을 변덕쟁이로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바꾸면 208.4 로 같은 값에 29%가 오른다.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빈손은 배수를 절대 안 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빗나가면 판정이 다른 조건을 아예 안 본다. 빈손 30점에 곱해지는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하나도 없어 기여가 다트당 11.30점에 고정된다. 빌드가 셀수록 빈손이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나빠진다.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빈손을 죽이는 것은 자석 다트다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mods.csv 는 판벌이만 "빈손과 정면으로 부딪힌다"고 적었다. 실측으로는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자석 다트가 더 세다 — 빗나감을 37.68%에서 5.53%로 줄인다. 그 사실이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지금 어디에도 없다.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다트가 링 조건을 통째로 죽인다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특성이 배수를 먼저 고치고 칩 조건은 그 뒤 값을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무거운·가벼운·관통·자석 넷 다 트리플 발동률을 0%로 만든다. 링 축은 표준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284.6에서 관통 23.4로 떨어진다.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가벼운 다트가 칩보다 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6골드짜리 자루 하나가 칸 축을 +83%, 무조건 축을 +195% 올린다. 칩 다섯 장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중 어느 한 장보다 크다. 동시에 링 축을 −70% 낸다. darts.csv 는 관통에만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사실을 적어 뒀다.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방어는 이미 역방향으로 있다. 검증기가 상위호환과 완전분할을 부팅마다 잡고 지금 오류 0 · 경고 2 이며 둘 다 완전분할 짝이다. 경고를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규칙으로 승격해 같은 분할의 같은 효과가 매대에 같이 안 뜨게 하는 것이 가장 싼 고침이다.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7장 · 시너지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설계 격자의 28% 만 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 19 × 효과 4 = 76칸 중 21칸이 찼다. 어디가 비었는지 적어 두면 칩이 빈칸에서 나온다.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7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곱셈 층이 세 장뿐이다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819655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0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chip 13 · mult 9 · xmult 3 · mult_streak 1. 빌드가 커지는 힘은 곱셈에서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나오는데 ×2 짜리 세 장(막판 · 칼끝 · 증폭기)이 전부다.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3055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조건 19종 중 곱셈이 붙은 것은 셋뿐이다. 좁은 조건에 곱셈을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얹으면 조준의 정확도가 그대로 배율이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53511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18103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영구 성장이 하나도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36391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7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라운드를 넘겨 누적되는 값이 없다. 정밀만 라운드 안에서 자랐다 꺼진다.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목표는 라운드마다 1.775배로 오르는데 칩 값은 여덟 판 내내 상수다.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47287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성장이 전부 "더 좋은 칩으로 갈아타기" 뿐이라 상점이 매번 독립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구매가 된다. 누적 효과를 하나 만들면 "일찍 사서 굴린다" 가 생긴다.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70248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안 읽는 입력이 여덟이다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45312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6402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다트 종류 5 · 보드 개조 8 · 스테이지 제약 6 · 보유 골드 · 보유 칩 수 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라운드 번호 · 특정 칸 번호 — 전부 있는데 칩이 하나도 안 읽는다.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640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어느 자루로 맞혔는지가 점수에 영향이 없다. 골드는 쓰는 것 말곤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쓸모가 없어, 이자 상한(5)에 걸리면 남는 돈이 죽은 자원이 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86983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51575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같은 값에 58배가 벌어져 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7698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80759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가격당 기여가 변덕쟁이 2.733 · 정밀 0.047 이다. 조건 19종 중 15종이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딱 한 장씩이다. 축이라기보다 표본이 하나씩 있는 셈이다.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6080759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죽은 축(같은 칸 · 연속)을 살리든 걷어내든 정해야 한다. 지금은 사면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손해인 칩이 매대 넷 중 한 자리를 차지한다.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8장 · 진행과 경제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매 라운드 제약 하나를 안고 던진다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셋 중 하나를 반드시 고른다. 스킵이 없어서 여덟 번의 선택이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런의 성격이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901951"/>
            <a:ext cx="4846320" cy="27260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00016"/>
            <a:ext cx="4846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라운드마다 제약 카드 셋 중 하나 — 스킵은 없다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1901952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제약 여섯 — 조준을 때리는 것과 빌드를 때리는 것이 반씩이다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80" y="22311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제약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2311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대상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223113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7112" y="223113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설계 의도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97880" y="2432304"/>
            <a:ext cx="576072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897880" y="254203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좁은 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2542032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빌드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254203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링 폭 절반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7112" y="254203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링 조건 넉 장을 한꺼번에 반토막 낸다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284835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BF"/>
                </a:solidFill>
                <a:latin typeface="Malgun Gothic"/>
              </a:rPr>
              <a:t>역풍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84835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8483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게이지 2배 속도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284835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무거운 다트가 정확히 이것을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97880" y="315468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BF"/>
                </a:solidFill>
                <a:latin typeface="Malgun Gothic"/>
              </a:rPr>
              <a:t>안개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15468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79792" y="315468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확인 구간 없음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97112" y="315468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축을 잠근 뒤 바로 날아간다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346100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단벌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346100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둘 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9792" y="34610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다트 1개 감소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97112" y="346100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남은 다트로 골드를 버는 칩과 부딪친다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7880" y="376732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금지 구역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3767328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빌드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9792" y="376732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지정 칸 점수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97112" y="376732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판에서 가장 큰 칸이 죽는다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97880" y="407365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둔화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4073652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빌드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79792" y="407365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칩 1장 봉인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97112" y="407365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가진 칩이 없으면 공짜다 — R1~R2 의 구멍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484632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같은 축의 제약이 둘 걸리면 하나가 조용히 묻힌다.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지금은 라운드마다 하나만 걸리므로 그 일이 없다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둘 이상을 걸게 되면 축 열로 뽑기를 막아야 한다.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8장 · 진행과 경제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상점의 자리는 정확히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라운드를 클리어하면 매물 넷이 테이블 위로 떨어진다.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둘 · 개조 하나 · 다트 하나이고, 이 합이 4가 아니게 되면 배치가 깨진다.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ho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1951"/>
            <a:ext cx="6583680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01951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무엇이 뜨는가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7264" y="2176271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2 · 개조 1 · 다트 1. 개조가 동나거나 판이 더는 못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받으면 그 자리를 칩으로 메운다. 자리는 늘 넷이다.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798063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무효 구매를 뺀다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3072383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못 받는 개조와 이미 산 개조는 매대에 아예 안 뜬다.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"살 수 있는데 사면 안 되는 것" 을 만들지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94175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리롤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4" y="3968495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방문마다 한 번은 무료다. 그 뒤로 2골드에서 시작해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쓸 때마다 1씩 오른다. 리롤은 배치까지 다시 던진다.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590288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되팔기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4864607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랙의 칩을 왼쪽 창구로 밀면 판다. 구매가 절반(내림)이라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평균 46% 만 돌아온다.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매물이 고정 진열대에 놓이지 않는다. 먼 레일 뒤에서 던져져 펠트에 튕기고 서로 부딪히며 매번 다른 자리에 정착한다.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8장 · 진행과 경제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희귀가 뜻을 갖게 하는 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전에는 매대가 균등 추첨이라 14골드 희귀가 4골드 흔함과 같은 확률로 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"희귀" 라는 말이 게임 안에서 아무 뜻이 없었다는 뜻이다.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가중치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해금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03120"/>
            <a:ext cx="301752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968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보통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9626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희귀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112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가중치는 상대값이다. 합으로 나눠 확률이 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해금은 그 라운드 상점부터 후보가 된다는 뜻이고,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최소가 R2 인 것은 R1 앞에 상점이 없기 때문이다.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186537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표가 만드는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231136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값비싼 물건이 귀해진다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252374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희귀 가중치 0.22 는 흔함의 1/4.5 다. 매대에 희귀가 둘 같이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뜨는 일이 드물어져 "무엇을 포기할까" 가 성립한다.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2004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초반에 판이 끝나지 않는다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349300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증폭기(배수 ×2 · 14골드)는 R5 해금이다. R2 에 뜨면 앞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네 라운드가 통째로 무의미해지기 때문이다.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16966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매대가 마르지 않는다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46227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라운드마다 뜰 수 있는 칩 수가 매대 폭 + 슬롯보다 넉넉한지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검증기가 센다. 마르면 리롤이 같은 물건을 다시 뱉는다.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가중치의 출처는 등급 표 한 장뿐이다. 칩마다 개별 가중치를 적을 칸도 있지만 비워 두는 것이 기본이고, 지금은 한 장도 안 쓴다. 예외가 늘면 등급이 다시 뜻을 잃는다.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8장 · 진행과 경제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골드는 네 갈래로 들어오고, 전부 유인이 붙어 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71600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5453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클리어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5636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572768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보상 — 넘기기만 하면 받는다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48256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2219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남은 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402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1 / 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249424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적은 발로 끝내라. 넘긴 순간 라운드가 끝나므로 과잉 조준이 손해가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24912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28986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이자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169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7D3C"/>
                </a:solidFill>
                <a:latin typeface="Arial"/>
              </a:rPr>
              <a:t>보유 5당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926080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모아 둬라. 상한 5 — 저축과 즉시 구매가 저울에 오른다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01568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357530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골드 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593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Arial"/>
              </a:rPr>
              <a:t>정산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60273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하나를 수입에 걸어라. 다섯 종이고 골드는 정산에서만 나온다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966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한 런이 버는 자금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07527"/>
            <a:ext cx="530352" cy="15941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시작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906359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25880" y="5057839"/>
            <a:ext cx="530352" cy="2091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85667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4995729"/>
            <a:ext cx="530352" cy="27121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479456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06039" y="4921197"/>
            <a:ext cx="530352" cy="34574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3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39" y="4720029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6120" y="4834243"/>
            <a:ext cx="530352" cy="4327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612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633075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26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86200" y="4722444"/>
            <a:ext cx="530352" cy="544499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8620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45212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35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26279" y="4610646"/>
            <a:ext cx="530352" cy="656297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7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79" y="440947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44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166359" y="4498848"/>
            <a:ext cx="530352" cy="7680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5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429768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06E00"/>
                </a:solidFill>
                <a:latin typeface="Arial"/>
              </a:rPr>
              <a:t>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559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누적 53골드 안팎이다. 11골드 희귀를 넉 장 사면 끝나는 액수이고,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골드 칩을 한 장 넣으면 그 위에 라운드당 4가 더 붙는다.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16966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이 곡선이 만드는 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49884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전반은 자금 싸움이다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73659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R3 까지 누적 19골드다. 슬롯 다섯을 채울 돈이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없어서 무엇을 뺄지 고민할 일이 아직 없다.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157216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후반이 슬롯 싸움이다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55664" y="53949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R5 를 넘기면 살 수는 있는데 자리가 없다.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되팔기 회수율 46% 가 이때부터 아프다.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815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이자가 초반을 늦춘다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605332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보유 5당 1 이라 R1 에 4골드로는 이자가 0 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상점에서 다 쓸지 아낄지가 첫 저울이다.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8장 · 진행과 경제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목표는 라운드마다 1.775배로 오른다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무개조 판의 다트당 기대 점수는 9.59점이다. 아래 오른쪽 열은 그 기준선의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몇 배를 만들어야 하는가 — 빌드가 지수적으로 자라야만 따라잡을 수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라운드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86537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6537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기준선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84831"/>
            <a:ext cx="42976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128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1284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1284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×0.8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420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5420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4203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14.2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54203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×1.5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7121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287121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871215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25.0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71215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×2.6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003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20039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200399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20039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×4.7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2958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352958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3529583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78.3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52958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×8.1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8587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385876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820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8587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136.7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385876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×14.2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18795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418795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1450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18795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241.7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418795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×25.1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517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45171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451713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416.7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451713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×43.3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186537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곡선을 정한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223113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R1 을 45 로 둔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88152" y="2505456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무개조 6발의 기대값이 약 58점이다. 아이템 없이도 넘도록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두어, 첫 라운드가 학습 구간이 되게 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163824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R6 이 첫 번째 벽이다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88152" y="34381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조준만으로는 여기서 막힌다. 목표 820 은 다트당 137점이고,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기준선의 14배다. 곱셈 층이 두 겹은 있어야 넘는다.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096512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배율을 1.775 로 고정한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88152" y="43708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라운드마다 같은 비율로 올려야 "한 라운드만큼 자랐는가" 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플레이어가 셀 수 있다. 전체로는 45 → 2500 · 55.6배다.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560" y="5029200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제약은 목표를 안 올린다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88152" y="53035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난이도를 만드는 것은 제약이다. 목표는 표에 적힌 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그대로이고, 제약이 같은 값을 상대적으로 무겁게 만든다.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이 표의 "기준선" 은 균등 조준 가정이다. 가운데를 노리는 실제 플레이는 이보다 높으므로 필요한 배수는 조금 낮아진다. 사람 플레이 데이터로 이 열을 보정하는 것이 다음 작업이다.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8장 · 진행과 경제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지금 build 에서 확인된 것만 적는다. 고친 척하지 않는다.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7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중앙 조준이 지나치게 강하다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819655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0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불이 칩 25 를 주는데 배수를 키우는 칩과 겹치면 한 발이 900점까지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나온다(두 장 기준). 다섯 장을 다 채우면 3,780 이고 연속을 쌓으면 7,680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이다. 게다가 중앙은 빗나갈 일이 거의 없어 위험이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3055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불의 칩 값을 내리거나, 중앙 조건 칩의 조건을 "한복판" 으로 좁힌다.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개조 "멍석" 의 가격을 올리는 것은 근본 해결이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53511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18103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측정이 균등 조준 위에 서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36391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7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밸런스 수치가 "게이지를 아무 때나 멈춘다" 는 가정이다.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실제 사람은 가운데를 노리므로 중앙 조건은 과소, 링 조건은 과대 평가된다.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47287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조준 모형을 하나 더 만든다. 중앙 편향 정규분포. 두 모형의 값을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나란히 두고 그 사이를 실제 범위로 읽는다.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70248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연속 조건이 사실상 죽어 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45312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6402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"정밀"(연속 명중마다 배수 +3)의 발동률이 1.58% 다. 균등 조준이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같은 칸을 연달아 못 맞히기 때문이고, 다트당 기여가 26장 중 꼴찌다.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640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조건을 "같은 칸" 에서 "같은 띠" 로 넓히거나, 자석 다트와 묶어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연속을 만들 수 있는 길을 준다.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86983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51575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플레이테스트 기록이 0건이다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7698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80759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유일한 검증이 헤드리스 자동 플레이인데, 그건 착탄점을 무작위로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다시 찍으므로 실력 게임의 실제 난이도를 재지 못한다.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6080759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사람 플레이 로그를 남긴다. 라운드별 클리어율, 사망 라운드 분포,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실제 조준 분포. 난이도 곡선의 근거를 가정에서 실측으로 옮긴다.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9장 · UI / 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무엇을 먼저 보게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화면 요소가 마흔이 넘는다. 위계를 만드는 손잡이는 셋뿐이다.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손잡이 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밝기 4단(글자 → 강조 → 보조 → 보조를 25% 더 어둡게), 크기 사다리 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단(34pt 부터 9pt 까지), 그리고 위치. 상시 정보는 화면 맨 위 18px 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하나에 몰았다.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강조색 글자는 화면에 하나뿐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노란 강조색으로 쓰는 글자는 화면 아래 가운데 힌트 한 줄이다. 강조색을 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곳에 쓰면 눈이 어디로 갈지 정해지지 않는다.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잠긴 축은 즉시 내려앉는다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좌우를 조준하는 동안 이미 잠근 가로선이 55% 어두워진다. "이 축은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끝났다"가 밝기 하나로 말해진다. 고른 자루도 26px 앞으로 나오고 나머지는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26% 어둡다.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점수 카드는 착탄점 반대편으로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방금 던진 자리를 카드가 절대 안 덮게 귀퉁이를 골라 던진다. 카드가 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있는 동안 랙은 툴팁 대상에서 빠지고, 화면 흔들림이 기준을 넘으면 툴팁을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아예 안 그린다.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안 보이게 눌러 놓은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숫자 스무 개, "목표" 라벨, 랙의 조건 태그, 우하단 조절 값. 전부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보조색이거나 9~12pt 다. 판 위에 있어도 어둡다.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화면이 바뀌면 위계도 바뀐다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상점과 스테이지에서는 상단 띠를 통째로 끄고 그 16px 을 딜러에게 준다.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진행도는 자금판 위 2px 진행바가 대신 든다. 정산과 종료 화면에서는 판이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전부 꺼진다.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9장 · UI / 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발이 정산되는 순간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353312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38988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칩 랙 다섯 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784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얼굴 위쪽이 조건, 아래쪽이 값이다.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값만 보이면 "홀수 애호" 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"짝수 애호" 가 구별되지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50591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왼쪽 벽의 남은 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2724911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라운드가 시작되면 오른쪽에서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날아와 꽂힌다. 자루마다 각도와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깊이가 조금씩 다르다.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112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정산 카드는 가장자리에서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3785615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조준에 집중하다가 점수를 받을 때만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화면 귀퉁이에서 튀어나온다.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장씩, 발동한 칩만 이름을 띄운다.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상단 띠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48463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 · 목표 진행 · 남은 다트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자금이 한 줄에 있다. 조준 중에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눈이 갈 곳을 하나로 묶었다.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9장 · UI / 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남은 다트가 벽에 꽂혀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남은 다트를 목록이 아니라 물건으로 보여준다. 라운드가 시작되면 오른쪽에서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날아와 벽에 꽂히고, 던진 것만 사라진다.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901951"/>
            <a:ext cx="6766560" cy="3806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901951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자루마다 각도가 다르다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2176271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수평을 0도로 두고 ±5도 안에서 흔들고, 꽂힌 깊이와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위아래 어긋남도 자루마다 다르다. 값은 칸 번호로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고정돼 있어 프레임마다 떨리지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834639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줄어들 때 미끄러지지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3108959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자루가 빠져도 남은 것이 자리를 다시 맞추지 않는다.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가운데로 모이면 벽에 꽂힌 것으로 안 보이기 때문이다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칸이 비는 것이 맞다.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767327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고른 뒤에도 바꿀 수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4041647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고르는 순간에는 뽑아 든 것으로만 표시하고, 벽에서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실제로 빠지는 것은 던지는 순간이다. 조준 중에도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다른 자루로 갈아탈 수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00015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전부 같은 종류면 건너뛴다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4974335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고를 것이 없으면 고르는 단계가 아예 안 뜬다.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표준만 든 첫 런에서는 이 화면을 한 번도 못 본다.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9장 · UI / 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매물이 테이블 위로 떨어진다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53312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38988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고정 진열대가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784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먼 레일 뒤에서 던져져 펠트에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튕기고 서로 부딪히며 매번 다른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자리에 정착한다.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50591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왼쪽은 팔고 오른쪽은 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2724911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창구가 좌우로 둘이다. 매물을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오른쪽에 밀면 구매, 랙의 칩을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왼쪽에 밀면 판매.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112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던지면 미끄러진다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3785615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놓는 순간의 손 속도가 물리로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넘어간다. 후려치면 관성으로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미끄러지다 마찰에 멈춘다.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못 사는 이유를 먼저 말한다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48463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누르기 전에 툴팁이 알려 준다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부족 · 랙 만석 · 바꿀 표준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없음. 헛클릭이 사라진다.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실수 매매가 부등식으로 불가능하다. 물리 트레이가 닿는 자리와 창구 빗변 사이에 최소 120px 의 여백이 있다(2000롤 실측). 솔버에 한 줄도 안 가르치고 막았다.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9장 · UI / 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끌어서 옮기고, 밀어서 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창구가 좌우로 둘이다. 왼쪽 끝에 밀면 판매, 오른쪽 끝에 밀면 구매 —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방향이 곧 뜻이라 라벨을 안 읽어도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2996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물리로 굴러 들어가는 것이 불가능하다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40864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창구는 펠트 사다리꼴의 좌우 빗변 바깥이다. 물리 트레이가 닿을 수 있는 자리와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빗변 사이에 최소 120px 의 여백이 있어(2000롤 실측), 손으로 밀어 넣지 않는 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물건도 거기 도달하지 못한다. 실수 매매가 부등식으로 불가능하다.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2552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BF"/>
                </a:solidFill>
                <a:latin typeface="Malgun Gothic"/>
              </a:rPr>
              <a:t>못 사는 이유를 누르기 전에 말한다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6616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부족 · 랙 만석 · 바꿀 표준 다트 없음. 툴팁이 먼저 알려 주므로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헛클릭이 사라진다. 거절은 소리와 섬광이 같은 박자로 돌아온다.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15968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448055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3C"/>
                </a:solidFill>
                <a:latin typeface="Malgun Gothic"/>
              </a:rPr>
              <a:t>던지면 관성으로 미끄러진다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479145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살며시 놓으면 그 자리에 서고, 후려치면 42px 를 0.4초에 걸쳐 미끄러져 멈춘다.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가는 길에 다른 물건을 밀치면 그쪽도 밀린다. 물건을 다루는 손맛이 배치를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고르는 일에 붙어 있어야 테이블이 진열대로 안 읽힌다.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961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두 갈래 구매가 한 점에서 만난다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07024"/>
            <a:ext cx="108173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드래그로도 사고 두 번 클릭으로도 산다. 두 경로가 마지막 한 함수에서 만나므로 "끌어서 산 것" 과 "눌러서 산 것" 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다르게 처리될 길이 없다. 드래그를 못 쓰는 상황을 위해 클릭 경로를 남겨 둔 것이지 두 벌의 규칙이 있는 것이 아니다.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판매도 같은 구조다.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9장 · UI / 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기호 서른여덟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글자를 안 읽어도 종류가 갈리게 만든다. 그 대가로 첫 런에서 배워야 할 그림이 서른여덟 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실루엣이 먼저 갈린다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칩은 꽉 찬 원반, 개조는 사각 캐비닛 위의 미니 보드, 다트는 긴 대각 획,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제약은 바탕 없이 획과 덩어리만, 빈 랙 홈은 속 빈 고리다. 아이템이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원반이므로 골드는 직사각 플라크로 형태를 갈랐다.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서른여덟의 내역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 도형 19 + 제약 아이콘 6 + 개조 아이콘 8 + 다트 아이콘 5. items.csv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26장이 조건 열아홉을 하나도 안 남기고 전부 쓴다.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두 세트가 반대 극성이다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 아이콘은 좋아진 곳을 강조색으로 덮고, 제약 아이콘은 나빠진 곳만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손실색으로 칠한다. 제약 세트에는 강조색과 골드색이 한 번도 안 나온다.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금색이 한 점만 섞여도 "얻는 것"으로 읽히기 때문이다.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38 은 한 런의 학습량이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상점은 방문마다 칩 2 · 개조 1 · 다트 1 이고 방문이 일곱 번이다. 리롤을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안 쓰면 한 런에 실제로 만나는 것은 최대 서른한 개다. 38 은 이 게임의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전체 어휘다.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세면 실제로는 쉰아홉이다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아이콘 밖에도 배울 기호가 스물한 개 더 있다. 등급 3색 · 스팟 개수 · 점수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파랑과 배수 빨강 · 곱셈 접두 · 금테 · 빈 랙 홈 · 봉인 · 상단 띠 핍 3상태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창구 셔터.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등급이 화면에서 안 읽힌다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색이 등급이 아니라 가격으로 갈린다. rarity.csv 에 등급 색 셋이 있고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그것을 돌려주는 함수도 있지만 호출하는 곳이 없다. 그래서 희귀인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변덕쟁이와 빈손이 보통 등급 여덟 장과 똑같이 그려진다. 두 장은 기여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1위와 상위권이다.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9장 · UI / 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실수를 막는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되돌리기가 거의 없는 게임이다. 그래서 실수가 성립하지 않게 만드는 쪽에 붙였다.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못 사는 이유를 미리 말한다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판정이 한 곳에 있고 소비자가 넷이다. 실제 거절 · 툴팁 마지막 줄 · 계산대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라벨 색 · 앞치마 문장. 문구는 이미 구매함 / 골드가 N 모자란다 / 칩 랙이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꽉 찼다 / 바꿀 표준 다트가 없다 넷이다.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조준은 판 위에서만 잠긴다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 중심 반경 129px 밖을 눌러도 안 잠긴다. 벽의 자루를 고르려다 빗나간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클릭이 그대로 조준이 되면 무를 수 없는 실수가 된다.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실수 매매가 부등식으로 막힌다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창구는 펠트 사다리꼴의 좌우 빗변 바깥이다. 물리 트레이가 닿는 자리와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빗변 사이에 최소 120px 여백이 있어(2000롤 실측), 손으로 밀지 않는 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물건도 창구에 못 닿는다.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움직이는 것은 못 누른다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매물이 낙하 중이면 첫 클릭은 구매가 아니라 "지금 세운다"다. 스테이지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카드는 0.56초 딜링이 끝날 때까지 클릭을 무시한다. 히트박스는 그림이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앞으로 나와도 제자리에 둔다 — 따라가면 커서 끝에서 60Hz 로 떤다.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방향이 곧 뜻이다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 끝에 밀면 판매, 오른쪽 끝에 밀면 구매다. 반대로 밀면 거절하고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물건을 반송한다. 창구 경계에는 6px 히스테리시스를 둬서 손이 떨려도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소리가 연타되지 않는다.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4215383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4169663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탭과 드래그를 가르는 5px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판정에 쓰는 것은 현재 거리가 아니라 누적 최대 거리다. 이 한 줄이 "끌고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갔다 돌아와서 뗌 → 탭 판정"이라는 경로를 원천 차단한다. 판매도 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표적이 세로로 갈려 있어 더블클릭이 흘러들 수 없다.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되팔기 창을 정산 화면에 안 연 것도 같은 이유다. 거기 붙이면 골드 칩의 "받고 즉시 되팔기" 창이 열린다. 판매는 상점에서만 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10장 · 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보드 · 칩 · 다트 · 카지노 테이블 — 글자를 뺀 모든 것이 코드로 그려진다.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씬은 노드 하나이고, 그리는 함수 하나가 화면 전체를 매 프레임 다시 그린다.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왜 이렇게 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9695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640×360 에 최근접 필터라 이 크기에서 읽히는 것과 안 읽히는 것이 설계를 계속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되돌려 놓는다. 그림 파일이 있으면 "일단 그려 놓고 나중에" 가 되지만, 코드로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그리면 안 읽히는 것은 그 자리에서 고칠 수밖에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62655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실루엣이 정보다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255263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칩은 원반, 개조는 사각판, 다트는 대각 획. 한 줄에 나란히 서도 형태만으로 갈린다.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얼굴 위쪽에는 조건을 원시 도형으로 새겼다. 값만 보이면 "홀수 애호" 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"짝수 애호" 가 화면에서 구별되지 않기 때문이다.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78223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그림이 안 되면 기능을 바꾼다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370831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남은 다트를 손이 부채처럼 들고 있는 안을 두 번 만들었다가 버렸다. 어떤 각도로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그려도 살구색 덩어리로 읽혔기 때문이고, 벽에 꽂힌 자루로 바꾼 뒤에야 읽혔다.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그림이 안 되는 것을 설명으로 메우는 것은 UI 가 아니다.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4526280" y="5376671"/>
            <a:ext cx="640080" cy="640080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5376671"/>
            <a:ext cx="640080" cy="640080"/>
          </a:xfrm>
          <a:prstGeom prst="roundRect">
            <a:avLst>
              <a:gd name="adj" fmla="val 3000"/>
            </a:avLst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1000" y="5376671"/>
            <a:ext cx="640080" cy="640080"/>
          </a:xfrm>
          <a:prstGeom prst="line">
            <a:avLst/>
          </a:prstGeom>
          <a:ln w="76200">
            <a:solidFill>
              <a:srgbClr val="1F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26679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10장 · 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팔레트와 해상도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색은 열셋뿐이고 전부 코드 상수다. 새 색을 쓰지 않는 것이 규칙이다.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14111F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바탕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14111f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221D33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221d33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2B243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어두운 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2b2438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E8DFC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밝은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e8dfc8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4EFE2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글자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f4efe2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5820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8F86A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보조 글자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8f86a8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1268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7A7192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철사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7a7192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2B134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f2b134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4028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2C94C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4028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골드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f2c94c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9476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3F8FD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9476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3f8fd8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4924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E2593F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배수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e2593f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0372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D8483D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0372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빨강 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d8483d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5820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479A5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820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초록 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479a58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79476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해상도 규칙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17880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뷰포트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4178808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640 × 360 고정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4489704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4489704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1280 × 720 (정확히 2배)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80060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필터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4800600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최근접 — 픽셀이 뭉개지지 않는다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1114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비율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511149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유지. 창이 커져도 좌표가 안 움직인다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549554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창이 정확히 2배라 마우스 좌표가 0.5 단위로 들어온다.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전제 위에 화면 좌표가 전부 서 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3794760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색에 붙은 뜻</a:t>
            </a:r>
          </a:p>
        </p:txBody>
      </p:sp>
      <p:sp>
        <p:nvSpPr>
          <p:cNvPr id="56" name="Oval 55"/>
          <p:cNvSpPr/>
          <p:nvPr/>
        </p:nvSpPr>
        <p:spPr>
          <a:xfrm>
            <a:off x="6309360" y="4224528"/>
            <a:ext cx="164592" cy="164592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01968" y="41970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89520" y="419709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점수를 올리는 것은 전부 파랑이다</a:t>
            </a:r>
          </a:p>
        </p:txBody>
      </p:sp>
      <p:sp>
        <p:nvSpPr>
          <p:cNvPr id="59" name="Oval 58"/>
          <p:cNvSpPr/>
          <p:nvPr/>
        </p:nvSpPr>
        <p:spPr>
          <a:xfrm>
            <a:off x="6309360" y="4700016"/>
            <a:ext cx="164592" cy="164592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01968" y="46725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배수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4672584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배수를 올리는 것은 전부 주황빨강이다</a:t>
            </a:r>
          </a:p>
        </p:txBody>
      </p:sp>
      <p:sp>
        <p:nvSpPr>
          <p:cNvPr id="62" name="Oval 61"/>
          <p:cNvSpPr/>
          <p:nvPr/>
        </p:nvSpPr>
        <p:spPr>
          <a:xfrm>
            <a:off x="6309360" y="5175504"/>
            <a:ext cx="164592" cy="164592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1968" y="514807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강조 · 골드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514807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지금 봐야 하는 것과 돈</a:t>
            </a:r>
          </a:p>
        </p:txBody>
      </p:sp>
      <p:sp>
        <p:nvSpPr>
          <p:cNvPr id="65" name="Oval 64"/>
          <p:cNvSpPr/>
          <p:nvPr/>
        </p:nvSpPr>
        <p:spPr>
          <a:xfrm>
            <a:off x="6309360" y="5650992"/>
            <a:ext cx="164592" cy="164592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01968" y="56235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562356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판의 초록 칸과 상점 펠트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619048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정산 카드에서 칩과 배수가 파랑·빨강으로 갈리는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규칙의 가장 중요한 자리다.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10장 · 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그림을 넣었다가 되돌렸다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이미지 파일이 0개라는 규칙을 한 번 깼다가 되돌렸다. 무엇이 왜 안 됐는지 적는다.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/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2996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크롭이 성립하는 사각은 화면에 하나다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40864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딜러보다 나중에 그려지는 불투명 판 셋 중 딜러와 겹치는 것은 칩 랙뿐이다.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그래서 실루엣 최상단은 y ≥ 4, y&lt;36 의 반폭은 111 이하 — 얼굴·목을 랙 뒤로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넣는 대신 보이는 세로가 73px 로 깎인다. 그 73px 이 이 그림의 모든 제약이다.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2552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BF"/>
                </a:solidFill>
                <a:latin typeface="Malgun Gothic"/>
              </a:rPr>
              <a:t>그림 파일을 넣었다가 뺐다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6616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몸통 하나가 2,598색이었다. 게임이 그린 칩은 58색, 펠트는 2색 — 45배다.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팔레트로 눌러도 안 됐다. 형태가 그라데이션에 실려 있어 같이 사라진다.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15968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448055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3C"/>
                </a:solidFill>
                <a:latin typeface="Malgun Gothic"/>
              </a:rPr>
              <a:t>조명도 넣었다가 뺐다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479145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램프로 테이블만 비추는 구도를 시도했다. 빛 웅덩이가 하드엣지 도형 위에서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뿌옇게 뜨고, 비네트가 창구 글씨를 죽이고, 벽을 어둡게 하면 딜러가 잠겼다.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세 지점을 렌더해 확인했다. 어둠은 조명이 아니라 그림이 들고 오는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것이었다.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961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리롤은 딜러가 판을 쓸어 담는다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07024"/>
            <a:ext cx="108173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아래팔이 면 위의 직선이고, 52° 정사영에서 면 위 직선은 화면 직선이다. 그려지는 팔이 곧 미는 선이다. 기울기를 창구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빗변과 평행으로 잡으면 "어느 깊이에서 빠지는가" 를 따질 일이 없어진다. 두 시드 400롤에서 안전망 발동 0회.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10장 · 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정산 한 단계에 0.34초를 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조준은 긴장이고 정산은 보상이다. 보상 구간은 느리게, 한 장씩, 소리와 함께 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56231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명중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865376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히트스톱 · 화면 흔들림 · 착탄 섬광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74519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등급마다 세기가 다르다 — 빗나감 · 단타 · 더블 · 트리플 · 불 · 한복판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04872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060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카드 진입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615184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화면 가장자리에서 스프링으로 튀어나온다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624328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감쇠 스프링이라 한 번 지나쳤다가 돌아온다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54679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558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칩 · 배수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364991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두 수가 따로 오른다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374135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0.34초마다 한 단계. 소리는 반음씩 올라간다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904487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05655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칩 발동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11480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걸린 칩만 이름을 띄우고 랙에서 튄다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123944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안 걸린 칩은 아무 반응이 없다 — 조건이 눈에 보인다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54296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85546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곱셈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864608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두 수가 하나로 합쳐진다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873752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목표선을 넘으면 그 자리에서 라운드가 끝난다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95544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느리게 만든 것이 설계다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0644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처음에는 정산이 훨씬 빨랐다. 빠른 정산은 결과를 알려 주기만 하고 세어 볼 틈을 안 준다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플레이어가 앞질러 계산하는 즐거움이 사라진다. 그래서 한 단계에 0.34초를 두고, 소리가 다음 수를 예고하게 했다.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게임 중에 이 간격을 키보드로 조절할 수 있게 열어 둔 것도 그 값이 감각의 문제라는 것을 알기 때문이다.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10장 · 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사인파와 사각파를 섞어 실행 중에 만든다. 음악은 없고 효과음만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55063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반음 상승이 정산의 뼈대다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659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칩이 한 장씩 발동할 때마다 소리가 반음씩 올라간다. 몇 장이 남았는지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화면을 안 봐도 귀로 안다. 그리고 마지막 음이 가장 높다.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9191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명중은 등급마다 다른 소리다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90087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빗나감은 낮고 짧게, 트리플은 두 음, 불은 세 음. 소리만 듣고도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어디에 꽂혔는지 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거절은 같은 박자로 돌아온다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01421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못 사는 것을 눌렀을 때의 소리와 화면 섬광이 같은 속도로 꺼진다.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승낙과 거절이 같은 박자라 손이 헷갈리지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2744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음악이 없는 것은 미완이다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503834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지금은 절차적 합성음만 있다. 음악을 넣는다면 라운드 진행에 따라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층을 쌓는 방식이 맞겠지만, 아직 정하지 않았다.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11장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표가 스스로 잡는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CSV 에는 컴파일이 없다. 오타 하나가 8라운드 중반의 조용한 미발동으로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나타나면 추적에 몇 시간이 든다. 그래서 부팅할 때 표 전체를 한 번 검사한다.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상위호환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같은 효과인데 조건이 상대를 담고 값이 크고 가격이 싸면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 상대는 영원히 안 팔린다. 포함관계를 전이폐포로 닫은 뒤 검사한다.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완전분할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왼쪽·오른쪽처럼 판을 나누는 짝을 한 효과로 다 덮으면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조건이 사라진다. 두 장을 같이 사면 조건 없는 카드가 된다.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죽은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칩도 안 쓰는 조건이 몇 개인지 센다.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손으로 적은 숫자는 커밋 한 번에 낡는다.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참조 무결성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등장 표의 칩 id, 개조의 배타 짝, 스테이지 id 가 실재하는가.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배타는 대칭이어야 한다. 한쪽만 적으면 사는 순서가 결과를 바꾼다.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215384"/>
            <a:ext cx="146304" cy="146304"/>
          </a:xfrm>
          <a:prstGeom prst="ellipse">
            <a:avLst/>
          </a:prstGeom>
          <a:solidFill>
            <a:srgbClr val="5E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6966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범위와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값이 0 이하인가, 참거짓 칸에 1/0 이 아닌 것이 들었는가,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"3.5" 를 정수로 읽어 3 이 되지 않는가.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4215384"/>
            <a:ext cx="146304" cy="146304"/>
          </a:xfrm>
          <a:prstGeom prst="ellipse">
            <a:avLst/>
          </a:prstGeom>
          <a:solidFill>
            <a:srgbClr val="5E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16966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표시 문장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desc 의 중괄호가 실제 열 이름과 맞는가.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안 맞으면 화면에 중괄호가 그대로 나간다.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검증은 첫 오류에서 안 멈추고 전부 모아 한 번에 뱉는다. 한 줄 고치고 다시 켜는 것보다 빠르다. 검사만 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진입점이 따로 있어 오류 개수를 종료 코드로 낸다. 지금은 오류 0, 경고 2(둘 다 의도된 완전분할 짝).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11장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기술 구조와 데이터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엔진은 Godot 4.7, 언어는 GDScript. 씬은 노드 하나이고 이미지·사운드 파일이 0개다.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36775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파일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8424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scenes/main.tscn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노드 하나. 여섯 줄이다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682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scripts/game.gd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3682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게임 전체. 그리기 · 입력 · 물리 · 소리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scripts/data.gd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7523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 여덟 장을 읽고 검사한다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3639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data/*.csv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136391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수치 전부. 엑셀로 열어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2043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scripts/tools/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520439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검증기 · 측정기 · 던지기 수렴 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636775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데이터가 게임에 닿는 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엑셀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표를 고친다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98080" y="2368296"/>
            <a:ext cx="118872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2551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1815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한 줄 저장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3960" y="2368296"/>
            <a:ext cx="118872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85139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769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오타를 잡는다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49840" y="2368296"/>
            <a:ext cx="118872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17727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8700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700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게임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357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부팅할 때 읽는다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8986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CSV 를 쓰는 것은 엑셀에서 정렬·비교하며 밸런스를 보기 위해서다.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대신 오타가 컴파일에 안 걸리므로 검증기가 그 자리를 대신한다.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70332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검증 도구 셋 — 전부 종료 코드로 결과를 낸다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표 검사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표 여덟 장의 형식 · 참조 · 범위 · 상위호환 · 완전분할을 한 번에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오류 개수를 종료 코드로 낸다.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434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9432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칩 측정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9432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실제 판정 함수에 36만 발을 통과시켜 발동률과 다트당 기여를 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시드를 박아 두 번 돌리면 같은 값이 나온다.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010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7031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던지기 수렴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7031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다섯 방향으로 물건을 던져 잠들기 · 미끄럼 거리 · 트레이 안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겹침 0 · 뜨지 않음을 검사한다.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62356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자동 플레이 모드도 있다. 사람 없이 여덟 라운드를 완주하며 상태가 막히거나 화면이 비는지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다만 착탄점을 무작위로 다시 찍으므로 난이도 측정에는 못 쓴다. 그 한계를 코드 주석에 적어 두었다.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11장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지금 플레이할 수 있는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417320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37160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조준 · 판정 · 라운드 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1371600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37160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여덟 라운드 완주 가능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819656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773936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칩 26종 · 개조 8종 · 다트 5종 · 제약 6종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177393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77393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수치는 CSV 여덟 장에서 편집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221991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상점 — 물리 낙하 · 끌어 옮기기 · 던지기 · 두 갈래 구매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17627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17627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2624327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578608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스테이지 3택 · 정산 · 골드 경제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57860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57860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3026663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2980944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데이터 검증기 · 측정기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98094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98094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오류 0 · 경고 2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428999"/>
            <a:ext cx="146304" cy="14630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3383279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사운드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383279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부분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383279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절차적 합성음만 — 음악 없음</a:t>
            </a:r>
          </a:p>
        </p:txBody>
      </p:sp>
      <p:sp>
        <p:nvSpPr>
          <p:cNvPr id="29" name="Oval 28"/>
          <p:cNvSpPr/>
          <p:nvPr/>
        </p:nvSpPr>
        <p:spPr>
          <a:xfrm>
            <a:off x="685800" y="383133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3785615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튜토리얼 · 타이틀 · 설정 화면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785615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3785615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첫 런에 기호 서른여덟 개를 문맥으로 배워야 한다</a:t>
            </a:r>
          </a:p>
        </p:txBody>
      </p:sp>
      <p:sp>
        <p:nvSpPr>
          <p:cNvPr id="33" name="Oval 32"/>
          <p:cNvSpPr/>
          <p:nvPr/>
        </p:nvSpPr>
        <p:spPr>
          <a:xfrm>
            <a:off x="685800" y="4233672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418795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메타 진행 · 언락 · 세이브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1879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18795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런마다 완전 초기화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77316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개발 궤적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52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1주차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컨셉 · 조준 · 판정 · 득점 연출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9544" y="5596128"/>
            <a:ext cx="182880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3009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290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484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2주차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484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칩과 상점 · 클리어 정산 · 스테이지 선택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952744" y="5596128"/>
            <a:ext cx="182880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441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3주차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16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상점을 물리 테이블로 · 인게임 UI · 탄창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695944" y="5596128"/>
            <a:ext cx="182880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7873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154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48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4주차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48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아이콘 체계 · 데이터 테이블 · 기획서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217920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1인 개발 · 프로토타입 진행 중. 모든 수치는 현재 빌드의 실제 값이다.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11장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다음에 할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5331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먼저 할 것 — 근거를 실측으로 옮긴다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56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사람 플레이 로그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933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라운드별 클리어율 · 사망 분포 · 실제 조준 분포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2257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조준 모형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균등과 중앙 편향을 나란히 두고 사이를 범위로 읽는다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95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중앙 조준 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불의 칩 값과 중앙 조건 칩의 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564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튜토리얼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첫 런에 배워야 하는 기호 서른여덟 개를 줄인다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53312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나중에 할 것 — 아직 안 정한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5564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· 8라운드 이후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무한 모드 · 승수 상승 · 일일 챌린지 중 미정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· 리플레이 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시작 덱 변형 · 시작 판 변형 검토 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88950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· 목표 규모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40 · 개조 12 정도. 검증기의 경고가 확장 가이드다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45643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· 음악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 진행에 층을 쌓는 방식이 맞겠지만 미정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678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6110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A1822"/>
                </a:solidFill>
                <a:latin typeface="Malgun Gothic"/>
              </a:rPr>
              <a:t>지금 어디까지 왔나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926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여덟 라운드가 끝까지 돌고, 밸런스 수치는 CSV 여덟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장에서 나온다. 아직 사람이 플레이한 기록은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0건이다. 다음 작업은 그 기록을 남기는 것이다.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272784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프로토타입 진행 중 · Godot 4.7 · 1인 개발 · 이 문서의 수치는 전부 현재 빌드의 실제 값이다.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