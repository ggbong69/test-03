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3300984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용어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3–6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모으는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런과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상점과 런 바깥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기획 의도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7–9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줄 정의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실력 × 빌드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685800" y="1618487"/>
            <a:ext cx="3300983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2697480"/>
            <a:ext cx="3300983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443983" y="1335024"/>
          <a:ext cx="3300984" cy="44531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시스템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10–31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 구조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투척 흐름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방식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공식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효과와 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3.19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설비와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443983" y="1618487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02167" y="1335024"/>
          <a:ext cx="3300984" cy="43159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566928"/>
                <a:gridCol w="1929384"/>
                <a:gridCol w="80467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재미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32–34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조합의 재미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순서 설계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보상 요소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35–38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넘겼을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해금과 확장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UI/UX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39–41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레이아웃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화면 전이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68DA8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71717"/>
                          </a:solidFill>
                          <a:latin typeface="Paperlogy 7 Bold"/>
                          <a:ea typeface="Paperlogy 7 Bold"/>
                          <a:cs typeface="Paperlogy 7 Bold"/>
                        </a:rPr>
                        <a:t>데이터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62666C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42–50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전종 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·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설비 · 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리그 · 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강화 · 튜닝 상수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8202167" y="1618487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02167" y="2510028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202167" y="3589020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02167" y="4480560"/>
            <a:ext cx="3300984" cy="0"/>
          </a:xfrm>
          <a:prstGeom prst="line">
            <a:avLst/>
          </a:prstGeom>
          <a:ln w="11430">
            <a:solidFill>
              <a:srgbClr val="C0C4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순서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팩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593592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칸 · 다트 수 · 진열대 칸은 설비와 팩으로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칩을, 빌드가 배수를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무장 없이 조준만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 → 높이 → 좌우 → 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상점에서 사는 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 2회짜리와 1회짜리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겨누는 법을 사서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싱글 · 더블 · 트리플 · 불 · 판 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가르는 거리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정산이 도는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몇 장인가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순서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희귀도 4단 ·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희귀도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런 내내 바꾼다.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올린다.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순서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넘기면 열린다. 진열대 4칸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설비 7종 · 딱지 10종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나오는가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조준의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조합의 재미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순서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정한다.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지급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라운드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사이 이동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칸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