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줄 정의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43983" y="1335024"/>
          <a:ext cx="3300984" cy="44531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10–31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투척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설비와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02167" y="1335024"/>
          <a:ext cx="3300984" cy="43159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넘겼을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해금과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39–41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화면 전이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42–50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전종 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 ·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정산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정산 줄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· 다트 · 개조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스티커 칸에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다트 묶음에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다트판의 모양를 바꾼다. 스티커 칸을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스티커는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팩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2277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593592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 칸 · 다트 수 · 진열대 칸은 설비와 팩으로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칩을, 빌드가 배수를 만듦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 순서가 값을 바꿈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정산 줄  ·  스티커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스티커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딱지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스티커로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 · 조준 스티커를 사면 바뀜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자루를 튕김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 연사 · 발마다 25%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562855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어떻게 얻는가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892040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스티커와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스티커  ·  다트  ·  상점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0.66 ~ 0.90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0.90 ~ 1.00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 초과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64507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39369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아우터·이너 공유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7614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표시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76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307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976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2627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855464"/>
          <a:ext cx="10817350" cy="8915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칩이나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칩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「칩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칩  ·  배수  ·  스티커  ·  점수 정산 순서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줄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 ·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스티커 칸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스티커  ·  상점  ·  골드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판정 조건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· 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언제나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double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zones2 두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정산 줄  ·  빗나감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· 배수 · 골드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더하기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더하기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곱하기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1회마다 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무작위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+0~N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실패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골드·조준 전용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전설은 가중치 0 이라 진열대에 안 뜬다.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일반 · 희귀 · 레어 · 전설 네 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 — 진열대에 뜨는 확률과 해금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10판부터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24판부터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골드 효과 8갈래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위험수당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고난도 명중 · 1/2 확률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걸린 발마다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  ·  상점  ·  골드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다트판의 모양를 런 내내 바꿈 ·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진열대에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93692"/>
          <a:ext cx="10817352" cy="10287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모양이 어긋남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칩·배수를 올림 ·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6858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0358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364991"/>
          <a:ext cx="10817352" cy="4114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9502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4632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194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4864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459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고른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645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9369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 · 정산에서 들어오고 상점에서 나감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정산 줄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열림 ·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0287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1칸 대체 (임시)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1259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4759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805172"/>
          <a:ext cx="10817352" cy="13030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408676"/>
                <a:gridCol w="540867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설비와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설비 7종 · 딱지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타이밍이면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8229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344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— 보스 판 3장 중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크림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30.54%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지정색 증폭기 A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개조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칸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0216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06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×배수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곱한다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0216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4581144"/>
          <a:ext cx="10817350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삼중고·기본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3×2+4+4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정산 줄  ·  스티커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딱지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 ·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스티커 칸으로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스티커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2024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재상승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145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27024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599432"/>
          <a:ext cx="10817352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기본 × 판 배수 × 곡선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스타트 팩  ·  스티커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팩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팩과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팩.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스타트 팩  ·  리그  ·  스티커  ·  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스티커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5087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규칙 · 좌우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0972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5876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87951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5487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28031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949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468111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03503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 · 화면 10개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1259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4401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스티커 칸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다트판의 모양을 바꿈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크기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 만들기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회전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보상 골드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작은 판·큰 판을 건너뛸 때만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 해금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1단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가파름 2단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스타트 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칸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 1발당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기준 금액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판매가 나눗수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 첫값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새로고침 증가폭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다트 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판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판 목표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