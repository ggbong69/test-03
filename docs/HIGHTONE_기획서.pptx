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용어  3–5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점수와 판 · 모으는 것 · 런 바깥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35024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기획 의도  6–10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한 줄 정의 · 왜 다트판인가 · 무엇을 덜어냈나 · 실력 × 빌드 · 타깃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35024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시스템  11–43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런 · 판 · 다트 · 조준 · 점수 · 스티커 · 조건 · 개조 · 강화 · 제약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35024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08575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608575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재미 요소  44–53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974336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코어 루프 · 조준 · 조합 · 발동 순서 · 선택의 저울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5024" y="5541263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45936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보상 요소  54–69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골드 · 이자 · 상점 · 딜러 · 설비 · 딱지 · 팩 · 리그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95159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45936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UI/UX  70–77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레이아웃 · 조작 · 화면 전이 · 상태별 처리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95159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45936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</a:rPr>
              <a:t>데이터  78–94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</a:rPr>
              <a:t>스티커 전종 · 다트 · 개조 · 제약 · 리그 · 튜닝 상수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59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앞에서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정산 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8907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섹터 안의 세 구간. 기본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밖. 칩 0 · 배수 1 로 정산에 들어간다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스티커 · 다트 · 개조 · 강화 — 넷이 서로 다른 자리를 먹는다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2423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조건 + 효과 한 쌍. 랙에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던지는 자루. 5종 · 탄창에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이번 라운드에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판의 기하를 바꾼다. 랙을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용어 -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1회 = 앤티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진행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266547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3개 묶음. 런에 8앤티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판 · 큰 판 · 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 판에서 다트를 다 쓸 때까지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판·큰 판을 안 하고 딱지를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보스 판 입장 전 3장 중 1장을 고르는 규칙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상점과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살 때 쓰는 돈. 이자가 붙는다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상점 왼쪽 벽에 걸리는 영구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건너뛴 판의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난이도 단계.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앤티  ·  상점  ·  골드  ·  리그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던지는 손과 읽는 머리가 곱해지는 다트 로그라이트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엔진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Godot 4.7 · GDScript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해상도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640 × 360 · 최근접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한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 8 × 판 3 = 24판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플레이 시간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미정 (미측정)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규모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1인 개발 · 프로토타입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고정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왜 다트판인가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배수가 카드가 아니라 넓이를 가진 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카드 게임 vs 하이톤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8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카드 게임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하이톤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배수 3의 정체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뽑은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판의 12.20%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올리는 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카드 구매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구매 또는 띠 확장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실력의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띠에 넣는 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37.70% · 조건이 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슬롯 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카드가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개조는 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넓이를 파는 개조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속살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겉살 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벼랑 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트리플을 더블 안쪽 0.03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아랫목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멍석 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판벌이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1.10배 · 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판갈이 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가장 작은 3칸이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0474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개조 8종은 스티커 슬롯 5칸을 안 먹는다. 판값이 기본의 1.50배를 넘기는 개조는 매대에 안 뜬다.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개조  ·  조준  ·  빗나감  ·  영역 강화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무엇을 덜어냈나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뺀 것 — 카드 뽑기 · 착탄 난수 · 사행성 기호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뺀 것과 그 자리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뺀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그 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카드 뽑기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2단 게이지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착탄 난수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삼각파 · 멈춘 시점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판의 형태만 차용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족보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착탄 영역 5트랙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사행성 기호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· 거는 구간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제약 스킵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3장 중 1장 필수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남긴 손잡이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상점 매물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방문마다 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유료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2G 부터 1G 씩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구매가 ÷ 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건너뛸 수 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못 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8종 (표준은 2단 잠금)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8853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표준 조준은 착탄 경로에 난수 호출 0회다. 첫 클릭이 높이(Y), 둘째 클릭이 좌우(X).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방식  ·  보스 제약  ·  상점  ·  다트  ·  조작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 = 꽂힌 칸 값 × 배수. 더하기가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조준만 · 무장 없음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한 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60점 (칸 20 × 배수 3)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앤티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앤티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앤티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앤티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칩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스티커  ·  목표 점수  ·  앤티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기획 의도 - 타깃과 레퍼런스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덱빌더 경험자 15~29세 · PC · 마우스 단독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15~29세 · PC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전제 지식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조건×효과 · 곱셈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새로 배울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조준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부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플래시 게임 세대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안 노리는 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실물 다트 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039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3308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조건×효과 · 슬롯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카드 뽑기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점수×배수 · 상점 리롤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족보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플래시 2단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상하 1회 · 좌우 1회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착탄 난수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테이블 게임 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펠트 · 창구 · 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사행성 기호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79272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위상은 라운드 내내 초기화되지 않는다. 정산 한 단계는 0.34초, 단계마다 소리가 반음씩 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리그  ·  조건  ·  효과와 등급  ·  소비 아이템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1회 = 8앤티 × 3판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937760" y="3374136"/>
          <a:ext cx="37490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목표 점수  ·  리그  ·  스타트 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앤티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앤티 = 판 3개 묶음. 런에 8앤티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앤티가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앤티별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앤티당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3종. 런 하나에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잃는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클리어 골드 ·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335127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3680459"/>
          <a:ext cx="37490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매대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보스 제약  ·  딱지  ·  골드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목표 = 앤티 기본 × 판 배수 × 리그 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곡선 손잡이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25 (앤티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4,000 (앤티 8)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curve_bow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log10 T = 직선 + bow·배부름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(n-1)(N-n) ÷ ((N-1)²/4)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총 배율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160 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보스 판 목표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흰·초록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파랑·보라·붉은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노랑·주황·검정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399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552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1,020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1,139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1,822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2,619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2,265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3,963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6,341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4,337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8,240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14,746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16,000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32,000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목표 점수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목표를 미는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×1.00 · ×1.50 · 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흰 · 초록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곡선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파랑 · 보라 · 붉은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노랑 · 주황 · 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제약 「높은 목표」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팩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전 팩 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판  ·  리그  ·  점수 공식  ·  보스 제약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 = 선택 → 두 축 잠금 → 비행 → 정산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높이(Y)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좌우(X)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비행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상태별로 하는 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PICK — 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탄창에서 자루를 쥔다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941063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14215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AIM_V — 높이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왕복 · 눌러 Y 잠금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58114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65429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AIM_H — 좌우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게이지 왕복 · 눌러 X 잠금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22122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0216" y="337413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CONFIRM — 확인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0.45 초 뒤 자동 발사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0216" y="3941063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0216" y="4014215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FLY — 비행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0.20 초 고정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458114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00216" y="4654296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RESOLVE — 정산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0.34 초 간격으로 큐 진행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00216" y="5221224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투척 흐름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잠금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클릭 유효 범위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반경 ×1.22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게이지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0.70 · [ ] 로 조절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게이지 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110 px · 판 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1회 잠금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좌우 칸을 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37.68 %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 ·  조준 방식  ·  착탄 영역  ·  정산 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탄창에 드는 자루. 5종 · 기본 6발.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탄창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6발 (앤티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라운드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탄창을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3835907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보정과 상점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4165091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보정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고정 → 배수 →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관통 몫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(왼칸 + 오른칸) × 0.5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자석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확인 텀이 끝날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탄창에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첫 클릭이 높이(Y), 둘째가 좌우(X).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937760" y="3374136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8종. 잠금이 두 번인 것과 한 번인 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조준 방식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어디서 오는가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랙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조준 스티커는 조건·효과 칸이 비어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6영역. 중심 거리가 자리를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정규화 반지름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착탄 영역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강화 트랙 — 레벨당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반지름 1.00 초과. 내부 배수 0 이 깃발.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내부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 = 빗나감 깃발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정산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큐가 1 을 넣음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빗나감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이번 라운드 · 직전 발에 표시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보드 아웃 Lv 당 +6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큐에 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칸 넣는다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트랙 0 · 발동 0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여기서 끝난다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점수와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얹고 배수 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조건 맞은 장이 발동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9896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빗나감을 읽는 것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4069080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명중 배수 +1 · 빗나감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발의 점수 = 칩 × 배수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착탄 영역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보스 제약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영역 강화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칩 × 배수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정산 큐  ·  착탄 영역  ·  영역 강화  ·  효과와 등급  ·  목표 점수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점수 공식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칩과 배수가 정해지는 자리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단계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값 · 불 25/50 · 아웃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싱글 1 더블 2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금지 구역·그늘 0 · 홀대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민짜 트리플 →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관통 양옆 합 ×0.5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가벼운 +3 무거운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트랙 1~Lv 행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트랙 1~Lv 행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chip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mult +v · xmult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칩 ×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보기 — 트리플 20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2423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20 · 배수 3 → 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+2 를 먼저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20 · 배수 5 → 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×2 를 뒤에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20 · 배수 10 → 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점수 +30 을 얹으면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50 · 배수 10 → 500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기본(std)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저울(bal)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((칩+배수)÷2)²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현재 쓰는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전부 std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0200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스티커는 랙 왼쪽 칸부터 차례로 얹힌다.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정산 큐  ·  착탄 영역  ·  영역 강화  ·  효과와 등급  ·  목표 점수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정산 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한 발의 점수를 걸음으로 쪼갠 대기열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0965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관통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양옆 칸 합 × 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66344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랙 왼쪽부터 · 발동한 것만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보조 효과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k2 가 있으면 한 줄 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총점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칩 × 배수 를 총점에 더함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정산 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걸음이 하는 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+= 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save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큐에 안 선다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큐 밖의 것과 박자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연발 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 몫 0.25 · 배수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연발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빗나감 + 아웃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칩만 받고 배수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랙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5칸 (넓은 랙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등급별 장수와 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 G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 · 5 ·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 · 11 ·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스티커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값이 고정이 아닌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값이 정해지는 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fire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발동할 때마다 +gstep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hitmiss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명중 +gstep 빗나감 -gstep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tdec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던질 때마다 -gstep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rdec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라운드마다 -gstep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per 배율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다트·골드·빈칸 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 11 G · 효과 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이력·패턴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같은 칸·연속·첫·막·같은 수·영역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triple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bull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1.18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few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3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조건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「맞힌 발부터」 서는 조건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zones4 네 영역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0.19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warm 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9310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불과 보드 아웃은 색이 없다 — 색 조건이 안 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효과와 등급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효과 6갈래 · 등급 4단 · 즉시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8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save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등급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7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효과와 등급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즉시 골드 8갈래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round 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risk50 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hit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50791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전설은 가중치 0 이라 매대에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스티커 5칸. 꽂힌 순서가 곧 발동 순서다.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칸과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넓은 랙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발동 순서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랙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정산 큐  ·  상점  ·  조건  ·  골드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랙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화면별 랙 조작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순서 바꾸기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스테이지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조준·비행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연발 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전환·쓸기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랙을 읽는 스티커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38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랙 집합체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1장당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 다른 장 판매가 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 랙 형판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 빈 칸 수 (최소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정산 큐  ·  상점  ·  조건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판의 기하를 영구히 바꾸는 매물. 8종.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판이 1.10배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가장 작은 3칸이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개조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매대에 뜨는 조건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상점마다 1자리 (앤티당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23.15 (기본 15.43 × 1.5)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적용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위 표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판벌이 19.84 · 판갈이 19.25 · 둘 다 24.79 — 상한 23.15 를 넘어 같이 못 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트랙 1..Lv 행의 합이 그 영역에 얹힌다.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+88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+320 · 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발동 4회 중 1회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아우터·이너가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Lv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영역 강화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발에 얹히는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번호 · 색 · 홀짝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배수만 1로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다트 특성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하한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영역 강화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+합 · 배수 +합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빗나감일 때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점수만 받는다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보스 판에만 3장이 깔리고 1장을 고른다.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시스템 - 보스 제약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제약 12종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코어 루프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24판 · 판마다 목표 점수를 다트로 넘긴다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보스면 제약 1장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다트 6발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골드 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다음 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런의 크기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24판 = 8앤티 ×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25 → 8,000 (흰 리그)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8단 — 흰에서 검정까지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코어 루프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 →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가능 →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앤티  ·  판  ·  투척 흐름  ·  화면 전이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첫 클릭이 높이(Y), 둘째 클릭이 좌우(X)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확인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0.45초 뒤 발사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비행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0.20초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한 단계 0.34초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조준 게이지를 미는 것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790955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10048"/>
                <a:gridCol w="2448780"/>
                <a:gridCol w="35507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 · 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역풍(제약)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손의 재미 · 조준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조준 게이지를 미는 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안개(제약)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조준선이 안 보인다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침착(설비)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 침착(설비)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둘 겹치면 ×0.7225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잠김 반경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119.6px = 98 × 1.22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0815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빗나감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10711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Lv당 점수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스티커 99장 · 조건 39가지를 랙 5칸에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5트랙 × 8Lv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칼끝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삼중고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명중왕 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머리의 재미 · 조합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패턴 조건 — 「맞힌 발부터」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숫자 4회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네 발의 가족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맞힌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10.60%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손맛 점수 +30 (유일한 「뒤」)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총점 = 칸 값 × 배수 · 랙 왼쪽부터 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랙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0965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66344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총점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칸 값 × 배수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92040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같은 장, 순서만 바꾼다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85800" y="5221224"/>
          <a:ext cx="7909558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458500"/>
                <a:gridCol w="1869872"/>
                <a:gridCol w="1869872"/>
                <a:gridCol w="271131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랙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발동 순서 설계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같은 장, 순서만 바꾼다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랙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283921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순서 바꾸기는 판 위에서도 된다. 정산 큐가 서면 잠긴다.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선택의 저울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이자 상한 5G 는 보유 25G 에서 찬다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구매가 ÷2 · 최소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 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건너뛰면 6G · 앤티 3+ 12G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11 ~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 ~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무료 1회 뒤 2 · 3 · 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재미 요소 - 선택의 저울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25G 를 쥐고 무엇을 사나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7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잔액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판당 이자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안 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개조 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레어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같은 골드를 다른 길로 번다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38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명중 · 남은 다트 3발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딱지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건너뛰기 · 상점도 건너뛴다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25G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굳은살 + 이자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6G (4 + 1)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남은 다트 3발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목표를 3발에 넘긴다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1G/발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첫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이자  ·  상점  ·  딱지  ·  설비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 4G. 정산에서 들어오고 상점에서 나간다.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골드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정산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유지비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검정 리그 3G. 잔고 0에서 멈춘다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마모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삭음 · 확률 파괴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잔탄 골드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남은 다트 × 1G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58444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이자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지급 전 잔고로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15137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골드 스티커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이자와 같은 잔고를 본다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클리어 보상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리그 → 제약 순으로 눌린다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지급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내역을 한꺼번에 더한다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37997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「빈손」 제약은 클리어 보상만 0배로 만든다. 잔탄 · 이자 · 스티커 골드는 그대로 들어온다.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이자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이자 = min(보유 골드 ÷ 5, 상한 5). 내림.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잔고별 이자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4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보유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0~4G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10~14G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15~19G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20~24G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25G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 — 상한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50G 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 — 저금통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상한을 미는 것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미는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상한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표 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리그 8단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저금통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이자 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상점  ·  설비  ·  스타트 팩  ·  리그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N 을 넘긴 뒤 열린다. 매대 자리는 4칸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왼쪽 벽 · 앤티당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후보 제외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보유 · 미해금 · 전설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설비 7종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상점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새로고침과 판매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딱지 「무료 새로고침」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표 가격 ÷2 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판매 스프레드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 · 4 · 6 · 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딜러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정장 입은 상반신. 매물을 던지고 쓸어 담는다.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그려지는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보이는 부분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몸통과 두 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잘리는 부분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목 위 — 스티커 랙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실루엣 최상단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y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허리 = 카운터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y 128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몸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106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가슴 · 허리 반폭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72 px · 60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움직이는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숨과 쓸기, 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딜러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쓸기 — 세 박자 1.08초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뻗기 0.26초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팔을 오른쪽 끝까지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훑기 0.52초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이 동안만 왼쪽 벽이 열린다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복귀 0.30초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새 매물이 이미 떨어진다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0216" y="166420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미는 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최소 620 면px/s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0216" y="223113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00216" y="2304287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빠진 물건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판매 창구로 넘어간다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0216" y="2871215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2944368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입력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쓸기 동안 삼킨다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511296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9896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매물이 오가는 길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4069080"/>
          <a:ext cx="10817352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단계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먼 레일 뒤에서 앞으로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낙하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중력 1400 면px/s²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쿨롱 마찰 520 등감속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오른쪽 창구로 민다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왼쪽 창구로 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두 번 누르기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물건 → 계산대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탭 · 드래그 경계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누적 이동 5px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설비  ·  랙  ·  조작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설비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상점 선반에서 사는 런 영구 강화. 7종 · 전부 10G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최소 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설비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선반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상점마다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다시 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앤티가 바뀔 때만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안 사면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같은 앤티 내내 그대로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사면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랙·소비 칸에 안 쌓인다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런 끝까지 · 새 런에 초기화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겹침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침착 둘이면 0.7225배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겹친 값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 → 3 →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1회 → 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5 → 10 (보유 50G)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6발 → 7발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35341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다트 수 순서 — 판·팩 → 제약 → 리그 → 딱지 → 설비 → 스티커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상점  ·  골드  ·  이자  ·  조준  ·  딱지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판을 건너뛰고 받는 보상.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나오는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바로 받는다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890772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최소 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골드  ·  상점  ·  소비 아이템  ·  보스 제약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딱지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쥐고 있다가 쓴다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쓰는 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판에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넓은 매대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보스 판에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0.60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상점에서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판  ·  골드  ·  상점  ·  소비 아이템  ·  보스 제약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소비 아이템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칸 2개에 쥐고 한 번 쓰는 물건. 활성 5종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소비 아이템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싱글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 트랙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 강화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 트랙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보드 아웃 트랙 Lv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등장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아이템 가공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1장에 가공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미구현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다트 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1자루에 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소비 아이템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강화 트랙 — 레벨당 증분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2개 (선금 팩은 1개)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쓰는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칸을 눌러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스티커 자리 1칸을 대체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Lv 8 까지 증분이 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아우터·이너가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가공 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대상 선택 흐름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영역 강화  ·  착탄 영역  ·  상점  ·  딱지  ·  골드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 조건을 쥐는 덱.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37490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넓은 랙으로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37760" y="4078223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주는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4407407"/>
          <a:ext cx="37490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리그  ·  다트  ·  랙  ·  골드  ·  이자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런 시작에 고르는 8단. 아래 단이 위를 다 안는다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37" cy="39090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691312"/>
                <a:gridCol w="886297"/>
                <a:gridCol w="886297"/>
                <a:gridCol w="12851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판마다 유지비 3G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보상 요소 - 리그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매대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앤티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앤티  ·  목표 점수  ·  스타트 팩  ·  스티커  ·  골드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뷰포트 640 × 360 px · HUD 좌표는 LAY 표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7760" y="1847088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937760" y="2176272"/>
          <a:ext cx="3749038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 n / 8 · 앤티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조작  ·  화면 전이  ·  랙  ·  상점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레이아웃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화면별 HUD 노출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조작  ·  화면 전이  ·  랙  ·  상점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진행은 좌클릭 하나. 스페이스가 같은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좌우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규칙 · 좌우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확인 · 비행 · 정산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「시작」 · 「건너뛰기」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제약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0.56 초 뒤 카드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아래 여덟 단계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선택 해제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 화면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아무 자리 →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상점으로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종료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아무 자리 → 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05171"/>
            <a:ext cx="7909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5134355"/>
          <a:ext cx="7909559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10048"/>
                <a:gridCol w="2448780"/>
                <a:gridCol w="355073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조작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[  ]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속도 ∓0.05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-  =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정산 간격 ±0.03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0.08 ~ 1.0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; '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확인 텀 ∓0.05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0.0 ~ 1.5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\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개발 오버레이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Tab 쪽 넘김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08152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상점 클릭 판정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107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클릭을 통째로 삼킨다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97763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05079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설비 구매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1772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9087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왼쪽 판매 · 오른쪽 구매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25779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33095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스티커 랙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팔 스티커 고르기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9787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0216" y="341071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리롤 버튼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x32 y288 · 152 × 46 px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0216" y="397763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0216" y="405079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다음 버튼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x432 y288 · 176 × 46 px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0216" y="461772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0216" y="469087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07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낙하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「지금 세운다」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00216" y="525779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00216" y="5330951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</a:rPr>
              <a:t>08  </a:t>
            </a:r>
            <a:r>
              <a:rPr sz="1200">
                <a:solidFill>
                  <a:srgbClr val="171717"/>
                </a:solidFill>
                <a:latin typeface="Paperlogy 6 SemiBold"/>
              </a:rPr>
              <a:t>매물 · 맨 펠트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고르기 · 취소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0216" y="589787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상태 15개가 그리는 화면 10개를 나눠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화면 전이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화면 밖 전이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38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05340"/>
                <a:gridCol w="1160693"/>
                <a:gridCol w="168300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24판째 클리어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종료(완주)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종료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판 갈이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4231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상태별 처리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판 6상태는 한 화면을 쓰고 나머지 9는 각자 그린다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입력을 잠그는 자리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잠기는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푸는 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 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클릭 · 키 전부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0.36 초 · 아무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딜러 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상점 클릭 전부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1.08 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매물 낙하 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첫 클릭이 세운다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제약 카드 딜링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카드 선택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0.56 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확인 · 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전부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자동 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랙 순서 바꾸기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정산 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연발 진행 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갈아타기 ·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마지막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첫 축 잠근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갈아타기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다음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UI/UX - 상태별 처리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ESC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374904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설정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열던 자리로 되돌림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컬렉션 · 새 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제목으로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손에 쥔 것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놓기 취소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구매 · 판매 선택 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선택 해제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일시정지 → 설정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제목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안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37760" y="1335024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거절 문구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37760" y="1664207"/>
          <a:ext cx="3749040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74520"/>
                <a:gridCol w="18745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문구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이미 팔린 매물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이미 구매함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골드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골드가 N 모자란다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스티커 5칸 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판이 꽉 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표준 다트 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바꿀 표준 다트가 없다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소비 2칸 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소비 아이템 칸이 꽉 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구매 창구 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먼저 매대에서 살 물건을 고른다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판매 창구 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먼저 판에서 팔 스티커를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</a:rPr>
              <a:t>관련  투척 흐름  ·  조작  ·  화면 전이  ·  정산 큐  ·  딜러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랙 집합체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 · 라운드마다 0.1%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라운드마다 골드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+15 · 라운드마다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이번 라운드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첫 더블·트리플·불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+20 에서 시작 · 라운드마다 −4 · 0이면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일반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일반 49장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2697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희귀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희귀 26장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이번 라운드에 트리플을 맞힌 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라운드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희귀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희귀 26장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 랙 형판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레어 1/2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레어 24장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1821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점수 +250 · 라운드 시작 다트 -2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스티커 · 레어 2/2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레어 24장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36667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다트 5종 · 개조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다트 — 표준 1발을 대체한다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1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165091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보스 제약 ·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제약 12종 · 영역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보스 제약 — 입장 전 3개 중 1개를 고른다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5" cy="34244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45988"/>
                <a:gridCol w="1040587"/>
                <a:gridCol w="3216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9165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착탄 영역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91656" y="2176272"/>
          <a:ext cx="5202935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945988"/>
                <a:gridCol w="1135186"/>
                <a:gridCol w="31217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기본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섹터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설비 — 상점 왼쪽 벽, 앤티마다 하나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설비 · 딱지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넓은 매대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8단 ·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7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소판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매대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33671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</a:rPr>
              <a:t>곡선 base 는 기준 곡선, curve_a·curve_b 는 앤티 표의 가팔라진 열이다. 삭음은 산 스티커가 몇 판 뒤에 사라지는가, 유지비는 판마다 내는 골드다.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6종 · 직접 버프가 아니라 물건과 대가를 준다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67732"/>
                <a:gridCol w="862252"/>
                <a:gridCol w="1097412"/>
                <a:gridCol w="705479"/>
                <a:gridCol w="940639"/>
                <a:gridCol w="56438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추가 스티커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강화 5트랙 · 레벨당 증분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영역 강화 — 런 동안 유지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튜닝 상수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영역 강화 · 튜닝 상수 (이어서)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</a:rPr>
              <a:t>튜닝 상수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</a:rPr>
              <a:t>데이터 - 목표 점수 — 흰 리그 24판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</a:rPr>
              <a:t>앤티 8 × 판 3. 목표 = 앤티 기준값 × 판 배수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47088"/>
          <a:ext cx="1081734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54339"/>
                <a:gridCol w="1736332"/>
                <a:gridCol w="1736332"/>
                <a:gridCol w="1736332"/>
                <a:gridCol w="1736332"/>
                <a:gridCol w="251768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앤티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</a:rPr>
                        <a:t>보상 (소·대·보스)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193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257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552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854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1698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2265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2169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3253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4337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8000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</a:rPr>
                        <a:t>3 · 4 ·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