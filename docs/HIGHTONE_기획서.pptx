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685800" y="1618487"/>
            <a:ext cx="3300983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697480"/>
            <a:ext cx="3300983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효과와 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설비와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443983" y="1618487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02167" y="1335024"/>
          <a:ext cx="3300984" cy="43159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전종 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 ·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8202167" y="1618487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02167" y="2510028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02167" y="3589020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02167" y="4480560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팩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593592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칸 · 다트 수 · 진열대 칸은 설비와 팩으로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칩을,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 2회짜리와 1회짜리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겨누는 법을 사서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희귀도 4단 ·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칸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