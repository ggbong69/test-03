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572768"/>
            <a:ext cx="108173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50">
                <a:solidFill>
                  <a:srgbClr val="171717"/>
                </a:solidFill>
                <a:latin typeface="Paperlogy 7 Bold"/>
              </a:rPr>
              <a:t>HIGHTONE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76148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25">
                <a:solidFill>
                  <a:srgbClr val="62666C"/>
                </a:solidFill>
                <a:latin typeface="Paperlogy 6 SemiBold"/>
              </a:rPr>
              <a:t>하이톤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493008"/>
            <a:ext cx="2093976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3840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>
                <a:solidFill>
                  <a:srgbClr val="171717"/>
                </a:solidFill>
                <a:latin typeface="Paperlogy 7 Bold"/>
              </a:rPr>
              <a:t>게임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26864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</a:rPr>
              <a:t>다트 스코어어택 로그라이트 · PC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</a:rPr>
              <a:t>기획 김건의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6464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5024" y="1426464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</a:rPr>
              <a:t>기획 의도  3–7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792224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한 줄 정의 · 왜 다트판인가 · 무엇을 덜어냈나 · 실력 × 빌드 · 타깃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35024" y="2359152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87168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2487168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</a:rPr>
              <a:t>시스템  8–35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852927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런 · 판 · 다트 · 조준 · 점수 · 스티커 · 조건 · 개조 · 강화 · 제약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35024" y="3419856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547872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3547872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</a:rPr>
              <a:t>재미 요소  36–45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913632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코어 루프 · 조준 · 조합 · 발동 순서 · 선택의 저울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35024" y="4480560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45936" y="1426464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59" y="1426464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</a:rPr>
              <a:t>보상 요소  46–60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1792224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골드 · 이자 · 상점 · 딜러 · 설비 · 딱지 · 팩 · 리그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95159" y="2359152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45936" y="2487168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59" y="2487168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</a:rPr>
              <a:t>UI/UX  61–69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2852927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레이아웃 · 조작 · 화면 전이 · 상태별 처리 · 가독성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95159" y="3419856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45936" y="3547872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3547872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</a:rPr>
              <a:t>데이터  70–86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3913632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스티커 전종 · 다트 · 개조 · 제약 · 리그 · 튜닝 상수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995159" y="4480560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기획 의도 - 한 줄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던지는 손과 읽는 머리가 곱해지는 다트 로그라이트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제품 정의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장르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싱글 로그라이트 · 스코어어택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플랫폼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PC · 마우스 단독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엔진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Godot 4.7 · GDScript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해상도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640 × 360 · 최근접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한 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앤티 8 × 판 3 = 24판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플레이 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미정 (미측정)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016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규모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63016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1인 개발 · 프로토타입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점수의 두 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55664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01059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정하는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7721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손잡이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24825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점수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1059" y="24825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꽂힌 칸의 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7721" y="24825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조준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55664" y="27249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배수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01059" y="27249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꽂힌 링 · 스티커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7721" y="27249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빌드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455664" y="296722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한 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1059" y="296722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× 배수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97721" y="296722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둘 다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45936" y="31775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85800" y="404622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고정 규모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375404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스티커 슬롯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34640" y="4375404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5칸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4617720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소비 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4617720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4860036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탄창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34640" y="4860036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6발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102351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다트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5102351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5종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344667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스티커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34640" y="5344667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99장 (활성)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5586983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개조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34640" y="5586983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8종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5829299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보스 제약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34640" y="5829299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12종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점수 공식  ·  런 구조  ·  투척 흐름  ·  스티커  ·  목표 점수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기획 의도 - 왜 다트판인가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배수가 카드가 아니라 넓이를 가진 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카드 게임 vs 하이톤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0923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카드 게임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7585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하이톤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4825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배수 3의 정체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40923" y="24825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뽑은 카드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7585" y="24825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판의 12.20% 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9290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85800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5528" y="27249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올리는 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0923" y="27249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카드 구매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7585" y="27249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구매 또는 띠 확장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293522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95528" y="296722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실력의 자리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40923" y="296722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7585" y="296722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띠에 넣는 손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17754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85800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5528" y="320954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빗나감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40923" y="320954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없음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7585" y="320954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37.70% · 조건이 된다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341985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5528" y="3451860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슬롯 소모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40923" y="3451860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카드가 먹는다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7585" y="3451860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개조는 0칸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366217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넓이를 파는 개조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속살 9G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256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트리플 +0.06 · 더블 −0.06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겉살 6G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3256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트리플 −0.06 · 더블 +0.06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벼랑 7G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63256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트리플을 더블 안쪽 0.03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5936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아랫목 9G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3256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안쪽 트리플 띠 0.38~0.46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5936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멍석 8G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63256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한복판 0.04 · 불 0.20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5936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판벌이 12G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판 1.10배 · 빗나감 24.60%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363016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판갈이 9G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63256" y="363016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가장 작은 3칸이 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4046220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개조 8종은 스티커 슬롯 5칸을 안 먹는다. 판값이 기본의 1.50배를 넘기는 개조는 매대에 안 뜬다.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착탄 영역  ·  개조  ·  조준  ·  빗나감  ·  영역 강화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기획 의도 - 무엇을 덜어냈나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뺀 것 — 카드 뽑기 · 착탄 난수 · 사행성 기호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뺀 것과 그 자리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2414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뺀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4136" y="2221991"/>
            <a:ext cx="2414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그 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482596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카드 뽑기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4136" y="2482596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2단 게이지 조준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9290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85800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95528" y="2724912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착탄 난수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4136" y="2724912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삼각파 · 멈춘 시점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3522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95528" y="2967228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501 · 크리켓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4136" y="2967228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판의 형태만 차용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17754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85800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95528" y="3209544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족보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4136" y="3209544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착탄 영역 5트랙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41985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95528" y="3451860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사행성 기호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4136" y="3451860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스티커 · 거는 구간 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66217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85800" y="3662172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95528" y="3694176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제약 스킵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4136" y="3694176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3장 중 1장 필수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3904487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남긴 손잡이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상점 매물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63256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스티커 2 · 개조 1 · 다트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무료 리롤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256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방문마다 1회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유료 리롤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3256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2G 부터 1G 씩 누적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판매가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63256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구매가 ÷ 2 · 하한 2G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5936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작은 판 · 큰 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3256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건너뛸 수 있다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5936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보스 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63256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못 건너뛴다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5936" y="363016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조준 방식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363016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8종 (표준은 2단 잠금)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4078223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표준 조준은 착탄 경로에 난수 호출 0회다. 첫 클릭이 높이(Y), 둘째 클릭이 좌우(X).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조준 방식  ·  보스 제약  ·  상점  ·  다트  ·  조작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기획 의도 - 실력 × 빌드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한 발 = 꽂힌 칸 값 × 배수. 더하기가 아니다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조준만 · 무장 없음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한 발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60점 (칸 20 × 배수 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6발 상한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360점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앤티 1 첫 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25점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앤티 4 보스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552점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앤티 5 보스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1139점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앤티 8 보스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8000점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칩 순서가 값을 바꾼다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55664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슬롯 순서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1059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배수 계산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7721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한 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24825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1059" y="24825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7721" y="24825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345936" y="2692908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55664" y="2724912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삼중고 → 증폭기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01059" y="2724912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(3+4) × 2 = 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7721" y="2724912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280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345936" y="3177539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55664" y="3209544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증폭기 → 삼중고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01059" y="3209544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3×2 + 4 = 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97721" y="3209544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200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345936" y="366217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실력이 닿는 확률 (36만 발)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4165091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싱글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4165091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41.6%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407407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더블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34640" y="4407407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11.79%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4649723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트리플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4649723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7.61%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4892039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34640" y="4892039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1.18%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134355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빗나감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5134355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37.70%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376671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자석 다트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34640" y="5376671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빗나감 5.52%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5618987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판벌이 개조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34640" y="5618987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빗나감 24.60%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점수 공식  ·  정산 큐  ·  스티커  ·  목표 점수  ·  앤티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기획 의도 - 타깃과 레퍼런스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덱빌더 경험자 15~29세 · PC · 마우스 단독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타깃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주 타깃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15~29세 · PC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1회 플레이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15~40분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전제 지식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조건×효과 · 곱셈 빌드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새로 배울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조준 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부 타깃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플래시 게임 세대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안 노리는 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실물 다트 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레퍼런스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55664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출처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1059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가져온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7721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버린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2482596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발라트로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1059" y="2482596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조건×효과 · 슬롯 5칸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7721" y="2482596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카드 뽑기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345936" y="2935224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55664" y="2967228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발라트로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01059" y="2967228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점수×배수 · 상점 리롤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7721" y="2967228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족보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55664" y="3451860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실물 다트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01059" y="3451860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20칸 · 띠 · 불 이중 구조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97721" y="3451860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501 · 크리켓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345936" y="390448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345936" y="3904488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55664" y="3936492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플래시 2단 게이지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01059" y="3936492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상하 1회 · 좌우 1회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7721" y="3936492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착탄 난수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345936" y="438912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455664" y="4421124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테이블 게임 매대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01059" y="4421124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펠트 · 창구 · 딜러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7721" y="4421124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사행성 기호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345936" y="487375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85800" y="504748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게이지 위상은 라운드 내내 초기화되지 않는다. 정산 한 단계는 0.34초, 단계마다 소리가 반음씩 오른다.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리그  ·  조건  ·  효과와 등급  ·  소비 아이템  ·  스타트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런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런 1회 = 8앤티 × 3판 = 24판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31796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956816"/>
            <a:ext cx="1848916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 선택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5028" y="232714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2188" y="1847088"/>
            <a:ext cx="2031796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973628" y="1956816"/>
            <a:ext cx="1848916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제약 고르기 (보스만)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41417" y="232714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78577" y="1847088"/>
            <a:ext cx="2031796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170017" y="1956816"/>
            <a:ext cx="1848916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투척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7806" y="232714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274966" y="1847088"/>
            <a:ext cx="2031796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66406" y="1956816"/>
            <a:ext cx="1848916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정산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34195" y="232714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471355" y="1847088"/>
            <a:ext cx="2031796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562795" y="1956816"/>
            <a:ext cx="1848916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상점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11810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런 시작값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4472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시작 골드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4472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4 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6896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다트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6896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6 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9319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스티커 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39319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5 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74235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소비 아이템 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174235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 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416551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무료 리롤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4416551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방문당 1 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4658867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제약 선택지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4658867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3 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11810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런이 끝나는 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4472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탈락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256" y="34472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다트 소진 · 총점 &lt; 목표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36896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완주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3256" y="36896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판 24 클리어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39319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완주 보상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63256" y="39319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다음 리그 · 다음 팩 해금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5936" y="4174235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리그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3256" y="4174235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8 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5936" y="4416551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스타트 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63256" y="4416551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6 종 (히든 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앤티  ·  판  ·  목표 점수  ·  리그  ·  스타트 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앤티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앤티 = 판 3개 묶음. 런에 8앤티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앤티가 쥐는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작은 · 큰 · 보스 3판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6 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매대 스티커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 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매대 개조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 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매대 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설비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앤티당 1 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016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딱지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63016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앤티 시작에 2판분 굴림 (작은 판·큰 판만)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앤티별 곡선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55664" y="2221991"/>
            <a:ext cx="7863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앤티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221991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앤티 기본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25839" y="2221991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curve_a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45039" y="2221991"/>
            <a:ext cx="1603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curve_b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2482596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248259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25839" y="248259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45039" y="2482596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1.00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55664" y="2724912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272491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5839" y="272491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5039" y="2724912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1.25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455664" y="2967228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06640" y="2967228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25839" y="2967228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45039" y="2967228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1.55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345936" y="31775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6345936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455664" y="3209544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3209544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25839" y="3209544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1.45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45039" y="3209544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1.85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455664" y="3451860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3451860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569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25839" y="3451860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45039" y="3451860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2.30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345936" y="366217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6345936" y="3662172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455664" y="3694176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369417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1,132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25839" y="369417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5039" y="3694176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2.80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345936" y="3904487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455664" y="3936491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06640" y="3936491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2,169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25839" y="3936491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45039" y="3936491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3.40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345936" y="4146803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6345936" y="4146803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455664" y="4178807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06640" y="4178807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4,000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25839" y="4178807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2.00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45039" y="4178807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4.00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345936" y="4389119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85800" y="456285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앤티당 배율 2.31배 → 1.84배. 첫 판 25점 · 최종 8,000점 · 총 160배.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런 구조  ·  판  ·  목표 점수  ·  상점  ·  설비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판 3종. 런 하나에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판 3종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14487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08823" y="2221991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목표 배수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7150" y="2221991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보상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5478" y="2221991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건너뛰기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805" y="2221991"/>
            <a:ext cx="28344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제약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482596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작은 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8823" y="2482596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7150" y="2482596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 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5478" y="2482596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가능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13805" y="2482596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없음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9290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5800" y="269290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95528" y="2724912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큰 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8823" y="2724912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×1.50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7150" y="2724912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 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5478" y="2724912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가능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805" y="2724912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없음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29352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5528" y="2967228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보스 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8823" y="2967228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×2.00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7150" y="2967228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 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5478" y="2967228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805" y="2967228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12종 중 3장 → 1장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1775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3351276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건너뛰기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68046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대상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368046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작은 판 · 큰 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92277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받는 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20" y="392277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딱지 1 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165091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잃는 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65091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클리어 골드 · 점수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407407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딱지 굴림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20" y="4407407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앤티 시작에 2판분 (작은 판·큰 판만)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4649723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딱지 종류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03120" y="4649723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10 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45936" y="3351276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리그가 미는 판 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5936" y="368046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초록 이후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368046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작은 판 보상 0 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392277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보라 이후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63256" y="392277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스티커 1장 봉인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45936" y="4165091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붉은 이후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4165091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다트 5 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45936" y="4407407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주황 이후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63256" y="4407407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매대 ×1.25 · 삭음 5판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45936" y="4649723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검정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3256" y="4649723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판마다 유지비 3 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앤티  ·  목표 점수  ·  보스 제약  ·  딱지  ·  골드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목표 점수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목표 = 앤티 기본 × 판 배수 × 리그 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곡선 손잡이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curve_first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25 (앤티 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curve_last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4,000 (앤티 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curve_bow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0.10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log10 T = 직선 + bow·배부름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배부름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(n-1)(N-n) ÷ ((N-1)²/4)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총 배율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160 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보스 판 목표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55664" y="2221991"/>
            <a:ext cx="7863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앤티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221991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흰·초록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25839" y="2221991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파랑·보라·붉은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45039" y="2221991"/>
            <a:ext cx="1603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노랑·주황·검정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2482596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248259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25839" y="248259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45039" y="2482596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55664" y="2724912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72491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25839" y="272491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45039" y="2724912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144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455664" y="2967228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2967228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25839" y="2967228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45039" y="2967228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399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345936" y="31775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345936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455664" y="3209544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3209544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25839" y="3209544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5039" y="3209544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1,020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455664" y="3451860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3451860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1,139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25839" y="3451860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1,822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45039" y="3451860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2,619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345936" y="366217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345936" y="3662172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455664" y="3694176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06640" y="369417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2,265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25839" y="369417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3,963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45039" y="3694176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6,341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345936" y="3904487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455664" y="3936491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06640" y="3936491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4,337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25839" y="3936491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8,240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45039" y="3936491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14,746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345936" y="4146803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6345936" y="4146803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455664" y="4178807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4178807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25839" y="4178807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16,000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45039" y="4178807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32,000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345936" y="4389119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앤티  ·  판  ·  리그  ·  점수 공식  ·  보스 제약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목표 점수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목표를 미는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 배수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664207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×1.00 · ×1.50 · ×2.00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6524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흰 · 초록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906524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곡선 그대로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파랑 · 보라 · 붉은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148840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curve_a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91156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노랑 · 주황 · 검정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391156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curve_b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33472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제약 「높은 목표」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633472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×1.25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75788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팩 배수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875788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전 팩 ×1.00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앤티  ·  판  ·  리그  ·  점수 공식  ·  보스 제약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투척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한 발 = 선택 → 두 축 잠금 → 비행 → 정산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다트 선택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78963" y="232714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516124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607564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높이(Y) 잠금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09288" y="2327148"/>
            <a:ext cx="109727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46448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7887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좌우(X) 잠금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39612" y="2327148"/>
            <a:ext cx="109727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76771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68211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확인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69935" y="232714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007095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98535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비행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00260" y="232714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837420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928860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정산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11810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상태별로 하는 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447288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447288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PICK — 다트 선택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3703320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탄창에서 자루를 쥔다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234440" y="404164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410565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105656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AIM_V — 높이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4361688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게이지 왕복 · 눌러 Y 잠금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234440" y="4700016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4764024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4764024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AIM_H — 좌우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020056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게이지 왕복 · 눌러 X 잠금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234440" y="5358384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45936" y="3447288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94575" y="3447288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CONFIRM — 확인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94575" y="3703320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0.45 초 뒤 자동 발사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94575" y="404164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345936" y="410565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94575" y="4105656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FLY — 비행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94575" y="4361688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0.20 초 고정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94575" y="4700016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345936" y="4764024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94575" y="4764024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RESOLVE — 정산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94575" y="5020056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0.34 초 간격으로 큐 진행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894575" y="5358384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다트  ·  조준  ·  조준 방식  ·  착탄 영역  ·  정산 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투척 흐름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잠금 규칙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다트 교체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664207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첫 축 잠그기 전까지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6524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클릭 유효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906524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판 반경 ×1.22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게이지 속도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148840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0.70 · [ ] 로 조절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91156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게이지 진폭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391156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110 px · 판 98 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33472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1회 잠금 방식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633472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좌우 칸을 건너뛴다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75788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빗나감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875788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37.68 %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다트  ·  조준  ·  조준 방식  ·  착탄 영역  ·  정산 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탄창에 드는 자루. 5종 · 기본 6발.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5종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0923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특성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7585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4825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표준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40923" y="24825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특성 없음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7585" y="24825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9290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85800" y="2692908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5528" y="2724912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무거운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0923" y="2724912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게이지 ×0.55 · 배수 −1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7585" y="2724912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177539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95528" y="3209544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가벼운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40923" y="3209544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게이지 ×1.90 · 배수 +3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7585" y="3209544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66217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85800" y="3662172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5528" y="3694176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관통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40923" y="3694176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1 고정 · 양옆 칸 ×0.5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7585" y="3694176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414680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5528" y="4178808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자석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40923" y="4178808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−1 · 중심 0.25 흡인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7585" y="4178808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463143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탄창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기본 발수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256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6발 (앤티 1~8 동일)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라운드 시작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3256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탄창을 그대로 복제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단벌 제약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63256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다트 −1발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5936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남은 다트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3256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1발당 골드 +1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5936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갈아타기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63256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첫 축 잠그기 전까지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5936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소모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던지는 순간 벽에서 빠짐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조준  ·  조준 방식  ·  착탄 영역  ·  상점  ·  스타트 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다트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보정과 상점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보정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664207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고정 → 배수 → 관통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6524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배수 하한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906524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관통 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148840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(왼칸 + 오른칸) × 0.5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91156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자석 흡인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391156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확인 텀이 끝날 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33472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매대 자리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633472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앤티마다 다트 1자리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75788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구매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875788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표준 1발과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118104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못 사는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118104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탄창에 표준 0발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조준  ·  조준 방식  ·  착탄 영역  ·  상점  ·  스타트 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첫 클릭이 높이(Y), 둘째가 좌우(X).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다트 선택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78963" y="232714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516124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607564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높이 잠금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09288" y="2327148"/>
            <a:ext cx="109727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46448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7887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좌우 잠금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39612" y="2327148"/>
            <a:ext cx="109727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76771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68211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확인 0.45초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69935" y="232714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007095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98535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비행 0.2초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00260" y="232714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837420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928860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정산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11810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게이지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4472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진폭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34472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±110 px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6896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 반지름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36896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98 px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9319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진폭 ÷ 반지름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39319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1.1224배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74235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기본 속도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4174235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0.70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416551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곱해지는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4416551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다트 게이지 · 제약 · 설비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658867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역풍 제약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4658867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×2.00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901183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조절 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4901183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[ ] 로 0.05씩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311810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잠금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34472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유효 클릭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34472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중심에서 R×1.22 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36896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 밖 클릭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63256" y="36896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안 잠김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45936" y="39319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확인 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39319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0.45초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174235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제약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63256" y="4174235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확인 텀은 못 건드림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5936" y="4416551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비행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63256" y="4416551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0.20초 고정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45936" y="4658867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안개 제약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4658867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조준선이 사라짐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다트  ·  조준 방식  ·  투척 흐름  ·  빗나감  ·  조작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조준 방식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8종. 잠금이 두 번인 것과 한 번인 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8종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0923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손이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7585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잠금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4825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기본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40923" y="24825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높이 → 좌우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7585" y="24825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9290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85800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5528" y="27249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0923" y="27249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원 크기 → 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7585" y="27249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2번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293522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95528" y="296722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빗각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40923" y="296722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기운 축 → 직교축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7585" y="296722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17754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85800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5528" y="320954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40923" y="320954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가로세로가 함께 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7585" y="320954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341985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5528" y="3451860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흔들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40923" y="3451860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커서 둘레를 떠도는 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7585" y="3451860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1번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390448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85800" y="3904488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95528" y="3936492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놓기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0923" y="3936492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누른 자리가 곧 착탄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7585" y="3936492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1번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438912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5528" y="442112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당김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40923" y="442112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벽의 자루를 튕김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7585" y="442112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1번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463143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685800" y="4631436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95528" y="4663440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반동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40923" y="4663440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5발 연사 · 발마다 25%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37585" y="4663440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1번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511606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어디서 오는가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45936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기본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조준 스티커가 없을 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45936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나머지 7종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63256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조준 스티커 7장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45936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등급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3256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레어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45936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가격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63256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11G · 판매 5G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45936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해금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63256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R10 부터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겹칠 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3256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랙 앞자리 하나만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45936" y="363016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봉인되면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3256" y="363016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그 장은 건너뜀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5289804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조준 스티커는 조건·효과 칸이 비어 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조준  ·  다트  ·  스티커  ·  효과와 등급  ·  빗나감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6영역. 중심 거리가 자리를 정한다.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정규화 반지름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7863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영역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6503" y="2221991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반지름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5704" y="2221991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점수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4903" y="2221991"/>
            <a:ext cx="1603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배수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482596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이너 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6503" y="248259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 ~ 0.06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5704" y="248259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4903" y="2482596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69290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85800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5528" y="2724912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아우터 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46503" y="272491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0.06 ~ 0.14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65704" y="272491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84903" y="2724912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293522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95528" y="2967228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싱글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46503" y="2967228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0.14 ~ 0.56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5704" y="2967228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칸 숫자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84903" y="2967228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317754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85800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5528" y="3209544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트리플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46503" y="3209544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0.56 ~ 0.66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65704" y="3209544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칸 숫자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84903" y="3209544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×3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341985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5528" y="3451860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싱글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46503" y="3451860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0.66 ~ 0.90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65704" y="3451860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칸 숫자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84903" y="3451860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366217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85800" y="3662172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95528" y="3694176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더블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46503" y="369417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0.90 ~ 1.00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65704" y="369417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칸 숫자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84903" y="3694176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×2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3904487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95528" y="3936491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보드 아웃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46503" y="3936491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1.00 초과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65704" y="3936491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84903" y="3936491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없음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" y="4146803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강화 트랙 — 레벨당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455664" y="2221991"/>
            <a:ext cx="7863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트랙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06640" y="2221991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명중률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25839" y="2221991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점수/Lv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45039" y="2221991"/>
            <a:ext cx="1603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배수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55664" y="2482596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싱글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06640" y="248259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41.6%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25839" y="248259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5039" y="2482596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55664" y="2724912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더블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06640" y="272491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25839" y="272491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845039" y="2724912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1·3·5·7 Lv 에 +1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455664" y="2967228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트리플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6640" y="2967228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7.6%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25839" y="2967228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5039" y="2967228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1·3·5·7 Lv 에 +1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345936" y="31775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6345936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6455664" y="3209544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불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06640" y="3209544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1.22%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25839" y="3209544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+40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45039" y="3209544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 Lv +1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6455664" y="3451860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보드 아웃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06640" y="3451860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37.68%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25839" y="3451860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45039" y="3451860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345936" y="366217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685800" y="432053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판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4649723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칸 수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834640" y="4649723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20칸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4892039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칸 배치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34640" y="4892039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20·1·18·4·13·6 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5134355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칸 값 상한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34640" y="5134355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5376671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칸 색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834640" y="5376671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크림(짝) · 먹(홀)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5618987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최대 레벨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34640" y="5618987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8 Lv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5800" y="5861303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불 트랙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34640" y="5861303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아우터·이너 공유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점수 공식  ·  영역 강화  ·  빗나감  ·  개조  ·  보스 제약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빗나감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반지름 1.00 초과. 내부 배수 0 이 깃발.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판정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176272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중심 거리 &gt; 판 반지름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18588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기본 점수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418588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60904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내부 배수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660904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0 = 빗나감 깃발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3220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정산 배수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903220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큐가 1 을 넣음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45536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기본 확률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145536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37.68%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87852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판벌이 개조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387852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24.60%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0168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자석 다트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630168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5.52%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착탄 영역  ·  영역 강화  ·  조준  ·  조건  ·  개조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빗나감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정산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64207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빗나감 깃발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20239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이번 라운드 · 직전 발에 표시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34440" y="225856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32257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322576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트랙 점수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578608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보드 아웃 Lv 당 +6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34440" y="2916936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980944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980944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큐에 빗나감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한 칸 넣는다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34440" y="3575303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45936" y="1664207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5" y="1664207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트랙 0 · 발동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5" y="1920239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여기서 끝난다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94575" y="225856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45936" y="232257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5" y="2322576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점수와 배수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5" y="2578608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얹고 배수 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94575" y="2916936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45936" y="2980944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5" y="2980944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스티커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4575" y="3236976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조건 맞은 장이 발동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94575" y="3575303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379475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빗나감을 읽는 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123944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95528" y="4169663"/>
            <a:ext cx="244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7767" y="4169663"/>
            <a:ext cx="3184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56793" y="4169663"/>
            <a:ext cx="46914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" y="4430268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빈손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7767" y="4430268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빗나가면 점수 +30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56793" y="4430268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464057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85800" y="4640579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95528" y="4672583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빗나감 배수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07767" y="4672583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빗나가면 배수 +2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56793" y="4672583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488289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95528" y="4914899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연속 빗나감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7767" y="4914899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직전이 빗나갔다면 배수 ×2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56793" y="4914899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85800" y="5125211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685800" y="5125211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95528" y="5157215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명중 적립기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07767" y="5157215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명중 배수 +1 · 빗나감 −1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56793" y="5157215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85800" y="536752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95528" y="5399531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보드 아웃 강화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07767" y="5399531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트랙 Lv +1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56793" y="5399531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 (임시)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5800" y="560984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85800" y="5609843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95528" y="5641847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결벽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07767" y="5641847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한 발도 안 빗나가면 골드 +2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56793" y="5641847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85800" y="585215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95528" y="5884163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새 자리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07767" y="5884163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한 발도 안 빗나가면 골드 +3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56793" y="5884163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85800" y="609447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착탄 영역  ·  영역 강화  ·  조준  ·  조건  ·  개조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점수 공식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한 발의 점수 = 칩 × 배수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착탄 영역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78963" y="232714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516124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607564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보스 제약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09288" y="2327148"/>
            <a:ext cx="109727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46448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7887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다트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39612" y="2327148"/>
            <a:ext cx="109727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76771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68211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영역 강화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69935" y="232714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007095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98535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스티커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00260" y="232714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837420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928860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칩 × 배수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11810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칩과 배수가 정해지는 자리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447288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5528" y="3493008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단계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40923" y="3493008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7585" y="3493008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배수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" y="3753612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착탄 영역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40923" y="3753612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칸 값 · 불 25/50 · 아웃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37585" y="3753612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싱글 1 더블 2 트리플 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420624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85800" y="4206240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95528" y="4238244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보스 제약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40923" y="4238244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금지 구역·그늘 0 · 홀대 ×0.5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7585" y="4238244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민짜 트리플 → 1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469087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95528" y="472287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다트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40923" y="472287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관통 양옆 합 ×0.5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7585" y="472287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가벼운 +3 무거운 -1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493318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493318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95528" y="496519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영역 강화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40923" y="496519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트랙 1~Lv 행 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37585" y="496519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트랙 1~Lv 행 합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85800" y="517550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95528" y="520750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스티커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40923" y="520750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chip +v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7585" y="520750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mult +v · xmult ×v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" y="541782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85800" y="541782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95528" y="544982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총점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40923" y="544982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칩 × 배수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37585" y="544982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85800" y="566013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345936" y="311810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보기 — 트리플 20 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45936" y="34472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기본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63256" y="34472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칩 20 · 배수 3 → 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36896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배수 +2 를 먼저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3256" y="36896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칩 20 · 배수 5 → 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45936" y="39319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배수 ×2 를 뒤에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3256" y="39319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칩 20 · 배수 10 → 200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45936" y="4174235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점수 +30 을 얹으면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63256" y="4174235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칩 50 · 배수 10 → 500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45936" y="4416551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기본(std)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63256" y="4416551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칩 × 배수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45936" y="4658867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저울(bal)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63256" y="4658867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((칩+배수)÷2)²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45936" y="4901183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현재 쓰는 팩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63256" y="4901183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전부 std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5833871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스티커는 랙 왼쪽 칸부터 차례로 얹힌다.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정산 큐  ·  착탄 영역  ·  영역 강화  ·  효과와 등급  ·  목표 점수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정산 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한 발의 점수를 걸음으로 쪼갠 대기열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큐에 서는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176272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빗나감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32304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0 이면 맨 앞에 선다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234440" y="2770632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834639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834639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0672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영역 기본 점수 + 트랙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34440" y="3428999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93008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493008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배수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49039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영역 기본 배수 + 트랙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34440" y="408736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5137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관통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407408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양옆 칸 합 × 0.5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234440" y="4745736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45936" y="217627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5" y="2176272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스티커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4575" y="2432304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랙 왼쪽부터 · 발동한 것만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94575" y="2770632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345936" y="2834639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4575" y="2834639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보조 효과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5" y="3090672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k2 가 있으면 한 줄 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94575" y="3428999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45936" y="3493008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5" y="3493008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총점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5" y="3749039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칩 × 배수 를 총점에 더함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94575" y="408736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점수 공식  ·  스티커  ·  조건  ·  효과와 등급  ·  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정산 큐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걸음이 하는 일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64207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0923" y="1709928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걸음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7585" y="1709928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장수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970531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chip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40923" y="1970531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칩 += 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7585" y="1970531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18084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85800" y="2180844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95528" y="221284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mult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40923" y="221284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+= 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585" y="221284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35장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42316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95528" y="245516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xmult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0923" y="245516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×= 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7585" y="245516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18장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266547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85800" y="2665476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5528" y="2697480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mult_streak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0923" y="2697480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+= v × 연속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7585" y="2697480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290779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95528" y="29397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mult_rand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40923" y="29397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+= 0~v 무작위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37585" y="29397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1장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15010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85800" y="31501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95528" y="31821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save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40923" y="31821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큐에 안 선다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7585" y="31821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1장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339242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45936" y="133502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큐 밖의 것과 박자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1664207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봉인된 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63256" y="1664207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건너뛴다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5936" y="190652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save 효과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3256" y="190652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라운드 실패가 읽는다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5936" y="214884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즉시 골드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63256" y="214884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큐 밖 · 발동 즉시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5936" y="239115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걸음 간격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239115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0.34 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26334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연발 한 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63256" y="26334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칩 몫 0.25 · 배수 그대로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45936" y="28757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연발 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8757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5 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45936" y="31181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빗나감 + 아웃 트랙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63256" y="31181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칩만 받고 배수 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점수 공식  ·  스티커  ·  조건  ·  효과와 등급  ·  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스티커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조건 하나 + 효과 하나. 활성 99장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활성 스티커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99장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랙 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5칸 (넓은 랙 팩 6칸)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매대 자리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4칸 = 스티커 2 · 개조 1 · 다트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조건 1 + 효과 1 (+보조 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보조 효과 있음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가격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4 · 5 · 7 · 8 · 11 · 14 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016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판매가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63016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구매가 ÷ 2 내림 · 최소 2 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등급별 장수와 가격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55664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등급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01059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장수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7721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 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24825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일반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1059" y="24825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49장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7721" y="24825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 · 5 · 8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55664" y="27249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희귀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01059" y="27249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26장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7721" y="27249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 · 8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455664" y="296722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레어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1059" y="296722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24장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97721" y="296722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 · 11 · 14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45936" y="31775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345936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55664" y="320954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전설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01059" y="320954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7721" y="320954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404622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값이 고정이 아닌 것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" y="4375404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95528" y="4421124"/>
            <a:ext cx="244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갈래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7767" y="4421124"/>
            <a:ext cx="3184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값이 정해지는 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6793" y="4421124"/>
            <a:ext cx="46914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장수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8" y="4681728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fire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07767" y="4681728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발동할 때마다 +gstep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56793" y="4681728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3장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85800" y="48920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685800" y="489204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95528" y="4924044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hitmiss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07767" y="4924044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명중 +gstep 빗나감 -gstep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56793" y="4924044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1장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5800" y="513435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95528" y="5166359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tdec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07767" y="5166359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던질 때마다 -gstep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56793" y="5166359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1장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85800" y="5376671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85800" y="5376671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795528" y="5408675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rdec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07767" y="5408675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라운드마다 -gstep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56793" y="5408675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1장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85800" y="561898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95528" y="5650991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per 배율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07767" y="5650991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남은 다트·골드·빈칸 등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56793" y="5650991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11장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85800" y="586130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685800" y="5861303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795528" y="5893307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조준 방식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07767" y="5893307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레어 11 G · 효과 없음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56793" y="5893307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7장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85800" y="610361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조건  ·  효과와 등급  ·  랙  ·  상점  ·  골드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발동 여부를 가르는 술어 35가지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조건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영역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트리플·더블·띠·불·고난도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칸 위치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홀·짝·왼·오른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칸 크기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15 이상 · 6~14 · 5 이하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크림 · 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번호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sec — 지정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빗나감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빗나감 · 연속 빗나감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016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이력·패턴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63016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같은 칸·연속·첫·막·같은 수·영역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실측 발동률 — 기본 판 36만 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55664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01059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7721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발동률%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24825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1059" y="24825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7721" y="24825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55664" y="27249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diff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01059" y="27249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직전과 다른 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7721" y="27249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60.75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455664" y="296722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1059" y="296722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빗나가면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97721" y="296722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37.70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45936" y="31775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345936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55664" y="320954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col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01059" y="320954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크림 또는 먹 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7721" y="320954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30.56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55664" y="3451860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risk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01059" y="3451860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더블·트리플·불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7721" y="3451860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20.59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345936" y="366217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6345936" y="3662172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55664" y="369417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double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01059" y="369417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더블 명중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97721" y="369417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11.79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45936" y="3904487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455664" y="3936491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triple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01059" y="3936491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트리플 명중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97721" y="3936491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7.61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345936" y="4146803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345936" y="4146803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455664" y="4178807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bull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01059" y="4178807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 명중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97721" y="4178807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1.18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345936" y="4389119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455664" y="4421123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few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01059" y="4421123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다트 3 이하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97721" y="4421123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0.00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345936" y="4631435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800" y="480517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「맞힌 발부터」 서는 조건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5800" y="5134355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95528" y="5180075"/>
            <a:ext cx="244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07767" y="5180075"/>
            <a:ext cx="3184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선다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56793" y="5180075"/>
            <a:ext cx="46914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발동률%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5528" y="5440679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pair 같은 수 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07767" y="5440679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맞힌 발부터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56793" y="5440679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7.67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85800" y="5650991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85800" y="5650991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795528" y="5682995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trip 같은 수 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7767" y="5682995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맞힌 발부터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56793" y="5682995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0.26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685800" y="589330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795528" y="5925311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quad 같은 수 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07767" y="5925311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맞힌 발부터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56793" y="5925311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0.01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685800" y="613562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스티커  ·  효과와 등급  ·  착탄 영역  ·  정산 큐  ·  빗나감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조건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「맞힌 발부터」 서는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64207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244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7767" y="1709928"/>
            <a:ext cx="3184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선다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56793" y="1709928"/>
            <a:ext cx="46914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발동률%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970531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pair2 두 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7767" y="1970531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맞힌 발부터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6793" y="1970531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0.27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18084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85800" y="218084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95528" y="2212848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spread 세 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7767" y="2212848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맞힌 발부터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56793" y="2212848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26.51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42316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95528" y="2455164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zone3 한 영역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7767" y="2455164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맞힌 발부터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6793" y="2455164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15.37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266547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85800" y="266547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5528" y="2697480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zones2 두 영역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7767" y="2697480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맞힌 발부터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6793" y="2697480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30.51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290779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95528" y="2939796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zones4 네 영역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7767" y="2939796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맞힌 발부터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56793" y="2939796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0.19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15010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85800" y="315010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95528" y="3182112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warm 손맛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07767" y="3182112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맞힌 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56793" y="3182112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10.60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33924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3566160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불과 보드 아웃은 색이 없다 — 색 조건이 안 선다.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스티커  ·  효과와 등급  ·  착탄 영역  ·  정산 큐  ·  빗나감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효과와 등급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효과 6갈래 · 등급 4단 · 즉시 골드 8갈래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효과 6갈래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kind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0923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카드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7585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장수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4825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chip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40923" y="24825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7585" y="24825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9290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85800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5528" y="27249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mult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0923" y="27249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7585" y="27249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35장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293522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95528" y="296722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xmult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40923" y="296722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7585" y="296722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18장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17754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85800" y="3177540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5528" y="3209544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mult_streak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40923" y="3209544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+v (연속 1회마다)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7585" y="3209544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1장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366217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5528" y="369417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mult_rand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40923" y="369417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+0~v 무작위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7585" y="369417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1장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3904487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85800" y="3904487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95528" y="3936491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save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0923" y="3936491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실패 1회 방지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7585" y="3936491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1장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4146803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5528" y="4178807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없음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40923" y="4178807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골드·조준 전용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7585" y="4178807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13장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4389119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등급 4단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455664" y="2221991"/>
            <a:ext cx="7863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등급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2221991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가중치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25839" y="2221991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해금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45039" y="2221991"/>
            <a:ext cx="1603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장수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55664" y="2482596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일반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0" y="248259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25839" y="248259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R2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45039" y="2482596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49장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455664" y="2724912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희귀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06640" y="272491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25839" y="272491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R2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5039" y="2724912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26장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455664" y="2967228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레어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2967228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0.22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25839" y="2967228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R10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45039" y="2967228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24장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345936" y="31775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6345936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455664" y="3209544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전설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3209544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25839" y="3209544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R24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45039" y="3209544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0장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85800" y="4562855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즉시 골드 8갈래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85800" y="4892039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795528" y="4937759"/>
            <a:ext cx="244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gold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07767" y="4937759"/>
            <a:ext cx="3184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발동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56793" y="4937759"/>
            <a:ext cx="46914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장수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5528" y="5198363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clear 클리어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07767" y="5198363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클리어 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56793" y="5198363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1장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85800" y="540867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685800" y="5408675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795528" y="5440679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spare 잔탄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07767" y="5440679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남은 다트 1개당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56793" y="5440679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1장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685800" y="5650991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95528" y="5682995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clean 무실책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407767" y="5682995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한 발도 안 빗나가면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756793" y="5682995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2장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685800" y="589330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685800" y="5893307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795528" y="5925311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blitz 속공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407767" y="5925311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남은 다트 3 이상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56793" y="5925311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1장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85800" y="613562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스티커  ·  조건  ·  상점  ·  골드  ·  점수 공식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효과와 등급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즉시 골드 8갈래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64207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244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gold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7767" y="1709928"/>
            <a:ext cx="3184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발동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56793" y="1709928"/>
            <a:ext cx="46914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장수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970531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broke 빈털터리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7767" y="1970531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보유 골드 6 이하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6793" y="1970531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18084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85800" y="218084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95528" y="2212848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round 정기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7767" y="2212848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라운드마다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56793" y="2212848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1장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42316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95528" y="2455164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risk50 위험수당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7767" y="2455164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고난도 명중 · 1/2 확률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6793" y="2455164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1장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266547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85800" y="266547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5528" y="2697480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hit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7767" y="2697480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조건이 걸린 발마다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6793" y="2697480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290779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308152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전설은 가중치 0 이라 매대에 안 뜬다.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스티커  ·  조건  ·  상점  ·  골드  ·  점수 공식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스티커 5칸. 꽂힌 순서가 곧 발동 순서다.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4476" y="1883664"/>
            <a:ext cx="0" cy="1412748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칸과 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기본 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5칸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넓은 랙 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6칸 · 다트 −1발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판매가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구매가 ÷ 2 (내림)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판매가 하한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파는 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집어서 왼쪽 창구에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발동 순서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차례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랙 앞칸부터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봉인된 스티커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63256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건너뛴다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배수 +N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그 자리에서 더한다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배수 ×N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3256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그때까지의 배수를 곱한다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(3+2)×2 =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5615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화면별 랙 조작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38907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5528" y="3936492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화면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40923" y="3936492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순서 바꾸기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7585" y="3936492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판매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" y="41970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상점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0923" y="41970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가능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7585" y="41970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가능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440740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85800" y="44074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95528" y="44394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스테이지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40923" y="44394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가능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7585" y="44394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불가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85800" y="464972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95528" y="468172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판 시작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40923" y="468172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가능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37585" y="468172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불가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489204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685800" y="48920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95528" y="492404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조준·비행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40923" y="492404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가능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37585" y="492404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불가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5800" y="5134355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95528" y="5166359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정산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40923" y="5166359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7585" y="5166359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불가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85800" y="5376671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685800" y="5376671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95528" y="5408675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연발 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40923" y="5408675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37585" y="5408675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불가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85800" y="5618987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95528" y="5650991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전환·쓸기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40923" y="5650991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37585" y="5650991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불가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85800" y="5861303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345936" y="35615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랙을 읽는 스티커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45936" y="38907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455664" y="3936492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01059" y="3936492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97721" y="3936492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41970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랙 집합체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01059" y="41970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보유 1장당 배수 +3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97721" y="41970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345936" y="44074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6345936" y="4407408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6455664" y="4439412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진열 가치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01059" y="4439412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 다른 장 판매가 합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97721" y="4439412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345936" y="48920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6455664" y="4924044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빈 랙 형판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01059" y="4924044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 빈 칸 수 (최소 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97721" y="4924044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345936" y="537667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스티커  ·  정산 큐  ·  상점  ·  조건  ·  골드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판의 기하를 영구히 바꾸는 매물. 8종.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개조 8종 — 표 순서가 적용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14487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08823" y="2221991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7150" y="2221991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5478" y="2221991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805" y="2221991"/>
            <a:ext cx="28344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배타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482596"/>
            <a:ext cx="14487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속살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8823" y="2482596"/>
            <a:ext cx="1903735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링 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7150" y="2482596"/>
            <a:ext cx="1903735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트리플 +0.06 · 더블 −0.06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5478" y="2482596"/>
            <a:ext cx="1903735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9G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13805" y="2482596"/>
            <a:ext cx="2834482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겉살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9352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5800" y="2935224"/>
            <a:ext cx="10817352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95528" y="2967228"/>
            <a:ext cx="14487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겉살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8823" y="2967228"/>
            <a:ext cx="1903735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링 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7150" y="2967228"/>
            <a:ext cx="1903735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트리플 −0.06 · 더블 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5478" y="2967228"/>
            <a:ext cx="1903735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805" y="2967228"/>
            <a:ext cx="2834482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속살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34198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5528" y="3451860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벼랑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8823" y="3451860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띠 위치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7150" y="3451860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더블 안 0.03 자리로 이동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5478" y="3451860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805" y="3451860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6621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85800" y="3662172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95528" y="3694176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아랫목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08823" y="3694176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링 추가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7150" y="3694176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안쪽 트리플 띠 0.38~0.46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5478" y="3694176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9G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13805" y="3694176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390448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95528" y="3936491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멍석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08823" y="3936491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 구조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7150" y="3936491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한복판 0.04 · 불 0.20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45478" y="3936491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13805" y="3936491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414680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685800" y="4146803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95528" y="4178807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판벌이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08823" y="4178807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판 크기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77150" y="4178807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판이 1.10배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45478" y="4178807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12G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13805" y="4178807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5800" y="438911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95528" y="4421123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판갈이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08823" y="4421123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칸 값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7150" y="4421123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가장 작은 3칸이 20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45478" y="4421123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9G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3805" y="4421123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5800" y="463143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85800" y="4631435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95528" y="4663439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짝패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408823" y="4663439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칸 배치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77150" y="4663439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짝수 칸 −1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45478" y="4663439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13805" y="4663439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85800" y="4873751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개조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매대에 뜨는 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매대 개조 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664207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상점마다 1자리 (앤티당 3자리)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652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이미 산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90652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안 뜬다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배타 짝을 가졌다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14884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안 뜬다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9115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기하 순서 위반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39115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안 뜬다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334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판이 안 바뀌면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6334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안 뜬다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757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판값 상한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8757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23.15 (기본 15.43 × 1.5)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1181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적용 순서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1181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위 표 순서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1335024"/>
            <a:ext cx="5157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판벌이 19.84 · 판갈이 19.25 · 둘 다 24.79 — 상한 23.15 를 넘어 같이 못 산다.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영역 강화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트랙 1..Lv 행의 합이 그 영역에 얹힌다.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트랙 5종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14487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트랙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08823" y="2221991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명중률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7150" y="2221991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점수/Lv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5478" y="2221991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배수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805" y="2221991"/>
            <a:ext cx="28344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Lv8 누적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482596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싱글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8823" y="2482596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41.6%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7150" y="2482596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5478" y="2482596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13805" y="2482596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+40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9290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5800" y="269290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95528" y="2724912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더블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8823" y="2724912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7150" y="2724912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5478" y="2724912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홀수 Lv 마다 +1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805" y="2724912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+64 · 배수 +4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29352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5528" y="2967228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트리플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8823" y="2967228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7150" y="2967228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5478" y="2967228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홀수 Lv 마다 +1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805" y="2967228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+88 · 배수 +4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1775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85800" y="317754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95528" y="3209544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08823" y="3209544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1.22%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7150" y="3209544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5478" y="3209544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 Lv +1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13805" y="3209544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+320 · 배수 +8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34198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95528" y="3451860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보드 아웃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08823" y="3451860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37.68%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7150" y="3451860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45478" y="3451860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13805" y="3451860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+48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36621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레벨을 올리는 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4165091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소비 아이템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4165091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5종 · 가격 미정(임시 4G)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4407407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딱지 영역 승급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34640" y="4407407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무작위 트랙 +1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649723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영역 승급기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34640" y="4649723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발동 4회 중 1회 +1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4892039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불 트랙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34640" y="4892039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아우터·이너가 공유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5134355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최대 레벨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34640" y="5134355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Lv 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착탄 영역  ·  소비 아이템  ·  점수 공식  ·  다트  ·  딱지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영역 강화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한 발에 얹히는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64207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칸 죽이기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20239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번호 · 색 · 홀짝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34440" y="225856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32257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322576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링 죽이기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578608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배수만 1로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34440" y="2916936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980944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980944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다트 특성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하한 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34440" y="3575303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45936" y="1664207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5" y="1664207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영역 강화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5" y="1920239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+합 · 배수 +합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94575" y="225856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45936" y="232257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5" y="2322576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빗나감일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5" y="2578608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점수만 받는다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94575" y="2916936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착탄 영역  ·  소비 아이템  ·  점수 공식  ·  다트  ·  딱지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보스 판에만 3장이 깔리고 1장을 고른다.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깔리는 규칙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깔리는 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보스 판만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깔리는 장수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3장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고르는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1장 · 스킵 없음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가중치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12종 전부 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같은 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한 화면에 하나뿐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딱지 여유로운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+1장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016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고른 보상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63016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제약 12종 (1/2)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55664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01059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7721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24825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좁은 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1059" y="24825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band_mul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7721" y="24825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트리플·더블 링 폭 0.5배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55664" y="27249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역풍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01059" y="27249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gauge_mul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7721" y="27249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조준 게이지 2배 속도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455664" y="296722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안개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1059" y="296722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fog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97721" y="296722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조준선이 사라진다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45936" y="31775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345936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55664" y="320954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단벌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01059" y="320954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darts_add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7721" y="320954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다트 −1발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55664" y="3451860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금지 구역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01059" y="3451860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sector_kill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7721" y="3451860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20 칸 점수 0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345936" y="366217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6345936" y="3662172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55664" y="369417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둔화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01059" y="369417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seal_items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97721" y="369417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스티커 1장 무작위 봉인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45936" y="3904487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제약 12종 (2/2)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5800" y="4407407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95528" y="4453127"/>
            <a:ext cx="244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7767" y="4453127"/>
            <a:ext cx="3184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56793" y="4453127"/>
            <a:ext cx="46914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" y="4713731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높은 목표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07767" y="4713731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target_mul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56793" y="4713731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목표 ×1.25 (임시값)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85800" y="492404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85800" y="4924043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795528" y="4956047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그늘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07767" y="4956047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color_kill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56793" y="4956047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먹색 칸 점수 0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85800" y="516635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95528" y="5198363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민짜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07767" y="5198363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ring_kill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56793" y="5198363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트리플 배수 1로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85800" y="540867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685800" y="5408675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795528" y="5440679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홀대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07767" y="5440679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odd_mul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56793" y="5440679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홀수 칸 값 0.5배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85800" y="5650991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95528" y="5682995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돌린 판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7767" y="5682995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spin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56793" y="5682995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판이 7칸 돌아간다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685800" y="589330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685800" y="5893307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795528" y="5925311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빈손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07767" y="5925311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reward_mul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56793" y="5925311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클리어 보상만 0배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685800" y="613562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판  ·  목표 점수  ·  리그  ·  딱지  ·  런 구조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코어 루프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24판 · 판마다 목표 점수를 다트로 넘긴다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 선택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78963" y="232714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516124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607564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보스면 제약 1장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09288" y="2327148"/>
            <a:ext cx="109727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46448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7887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다트 6발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39612" y="2327148"/>
            <a:ext cx="109727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76771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68211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골드 정산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69935" y="232714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007095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98535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상점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00260" y="232714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837420" y="1847088"/>
            <a:ext cx="1665732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928860" y="1956816"/>
            <a:ext cx="1482852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다음 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11810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한 런의 크기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447288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 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447288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24판 = 8앤티 × 3판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689604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목표 점수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689604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25 → 8,000 (흰 리그)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931920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기본 다트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3931920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6발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74235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스티커 슬롯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174235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5칸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416551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소비 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416551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658867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시작 골드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4658867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901183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리그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4901183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8단 — 흰에서 검정까지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런 구조  ·  앤티  ·  판  ·  투척 흐름  ·  화면 전이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코어 루프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판 셋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64207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14487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08823" y="1709928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목표 배수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7150" y="1709928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5478" y="1709928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건너뛰기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3805" y="1709928"/>
            <a:ext cx="28344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제약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1970531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작은 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8823" y="1970531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7150" y="1970531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5478" y="1970531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가능 → 딱지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805" y="1970531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없음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18084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85800" y="218084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5528" y="2212848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큰 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08823" y="2212848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×1.50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7150" y="2212848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5478" y="2212848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가능 → 딱지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805" y="2212848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없음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242316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5528" y="2455164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보스 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08823" y="2455164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×2.00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7150" y="2455164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5478" y="2455164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13805" y="2455164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3장 중 1장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266547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런 구조  ·  앤티  ·  판  ·  투척 흐름  ·  화면 전이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손의 재미 ·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첫 클릭이 높이(Y), 둘째 클릭이 좌우(X)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한 발의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176272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다트 선택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32304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벽의 자루 다섯 중 하나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234440" y="2770632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834639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834639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첫 클릭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0672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높이(Y) 잠금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34440" y="3428999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93008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493008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둘째 클릭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49039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좌우(X) 잠금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34440" y="408736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45936" y="217627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5" y="2176272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5" y="2432304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0.45초 뒤 발사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94575" y="2770632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45936" y="2834639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5" y="2834639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비행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4575" y="3090672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0.20초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94575" y="3428999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345936" y="3493008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4575" y="3493008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정산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5" y="3749039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한 단계 0.34초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94575" y="408736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손의 재미 · 조준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조준 게이지를 미는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64207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손댄 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0923" y="1709928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조준 게이지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7585" y="1709928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비고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970531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기본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40923" y="1970531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속도 0.7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7585" y="1970531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진폭 110px · 판 98px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18084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85800" y="2180844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95528" y="221284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[ ] 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40923" y="221284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0.15 ~ 4.0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585" y="221284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게임 중 조절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42316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95528" y="245516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무거운 다트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0923" y="245516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×0.55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7585" y="245516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−1 · 5G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266547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85800" y="2665476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5528" y="2697480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가벼운 다트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0923" y="2697480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×1.90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7585" y="2697480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+3 · 6G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290779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95528" y="29397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역풍(제약)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40923" y="29397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×2.00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37585" y="29397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보스 판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15010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85800" y="31501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95528" y="31821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안개(제약)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40923" y="31821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7585" y="31821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조준선이 안 보인다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339242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95528" y="342442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침착(설비)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40923" y="342442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×0.85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7585" y="342442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10G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363474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36347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95528" y="366674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더 침착(설비)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40923" y="366674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×0.85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37585" y="366674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둘 겹치면 ×0.7225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85800" y="387705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95528" y="3909060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잠김 반경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40923" y="3909060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7585" y="3909060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119.6px = 98 × 1.22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" y="411937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45936" y="133502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빗나감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45936" y="1664207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기본 빗나감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63256" y="1664207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37.68%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45936" y="190652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기본 명중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63256" y="190652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62.30%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45936" y="214884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자석 다트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63256" y="214884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5.52%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239115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판벌이(개조)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63256" y="239115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24.60%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45936" y="26334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보드 아웃 강화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63256" y="26334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Lv당 점수 +6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머리의 재미 · 조합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스티커 99장 · 조건 39가지를 랙 5칸에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고를 수 있는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스티커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99장 (활성)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등급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일반 49 · 희귀 26 · 레어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39가지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5칸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개조 · 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8종 · 5종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제약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12종 — 보스 판 3장 중 1장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016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영역 강화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63016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5트랙 × 8Lv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조건이 서는 빈도 — 36만 발 실측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55664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01059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발동률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7721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보기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24825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모든 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1059" y="24825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7721" y="24825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기본기 점수 +25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345936" y="2692908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55664" y="2724912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직전과 다른 섹터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01059" y="2724912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60.75%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7721" y="2724912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변덕쟁이 점수 +22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345936" y="3177539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455664" y="320954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빗나가면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1059" y="320954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37.70%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97721" y="320954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빈손 점수 +30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345936" y="3419856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55664" y="3451860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왼쪽 절반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01059" y="3451860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31.08%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7721" y="3451860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좌익수 배수 +2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345936" y="366217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55664" y="369417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먹 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01059" y="369417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30.58%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7721" y="369417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검은 쐐기 점수 +50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345936" y="3904487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6345936" y="3904487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55664" y="3936491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크림 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01059" y="3936491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30.54%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97721" y="3936491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지정색 증폭기 A 배수 +3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45936" y="4146803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455664" y="4178807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더블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01059" y="4178807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11.79%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97721" y="4178807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칼끝 배수 ×2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345936" y="4389119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345936" y="4389119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455664" y="4421123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트리플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01059" y="4421123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7.61%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97721" y="4421123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삼중고 배수 +4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345936" y="4631435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455664" y="4663439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01059" y="4663439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1.18%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97721" y="4663439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명중왕 배수 +8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345936" y="4873751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스티커  ·  조건  ·  효과와 등급  ·  랙  ·  개조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머리의 재미 · 조합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패턴 조건 — 「맞힌 발부터」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64207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244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7767" y="1709928"/>
            <a:ext cx="3184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발동률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56793" y="1709928"/>
            <a:ext cx="46914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970531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다른 영역 2종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7767" y="1970531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30.51%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6793" y="1970531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이종 영역 관측 ×2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18084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85800" y="218084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95528" y="2212848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다른 숫자 세 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7767" y="2212848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26.51%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56793" y="2212848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분산의 질서 ×3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42316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95528" y="2455164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같은 영역 3회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7767" y="2455164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15.37%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6793" y="2455164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영역 부족 ×2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266547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85800" y="266547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5528" y="2697480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같은 숫자 2회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7767" y="2697480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7.67%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6793" y="2697480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두 발의 결속 ×2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290779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95528" y="2939796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같은 숫자 3회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7767" y="2939796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0.26%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56793" y="2939796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세 발의 결속 ×3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15010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85800" y="315010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95528" y="3182112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네 영역 모두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07767" y="3182112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0.19%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56793" y="3182112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네 영역 화분 ×3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33924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95528" y="3424428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같은 숫자 4회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07767" y="3424428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0.01%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56793" y="3424428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네 발의 가족 ×4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36347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363474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95528" y="3666744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트리플 맞힌 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07767" y="3666744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10.60%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56793" y="3666744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손맛 점수 +30 (유일한 「뒤」)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85800" y="38770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스티커  ·  조건  ·  효과와 등급  ·  랙  ·  개조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발동 순서 설계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총점 = 칸 값 × 배수 · 랙 왼쪽부터 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정산 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176272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칸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32304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= 칸 값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234440" y="2770632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834639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834639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영역 배수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0672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= 싱글1 더블2 트리플3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34440" y="3428999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93008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493008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랙 왼쪽부터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49039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선 스티커를 차례로 낸다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34440" y="408736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5137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점수 갈래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407408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점수에 더한다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234440" y="4745736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45936" y="217627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5" y="2176272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배수 갈래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4575" y="2432304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배수에 더한다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94575" y="2770632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345936" y="2834639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4575" y="2834639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×배수 갈래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5" y="3090672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배수에 곱한다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94575" y="3428999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45936" y="3493008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5" y="3493008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총점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5" y="3749039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칸 값 × 배수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94575" y="408736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점수 공식  ·  정산 큐  ·  랙  ·  스티커  ·  효과와 등급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발동 순서 설계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같은 장, 순서만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64207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183009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착탄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0217" y="1709928"/>
            <a:ext cx="23927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랙 순서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7510" y="1709928"/>
            <a:ext cx="23927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배수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4804" y="1709928"/>
            <a:ext cx="35434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총점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970531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더블 20 (40점)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0217" y="1970531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가장자리 → 칼끝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7510" y="1970531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(2+3)×2 =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4804" y="1970531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18084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85800" y="218084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95528" y="2212848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더블 20 (40점)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0217" y="2212848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칼끝 → 가장자리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7510" y="2212848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2×2+3 =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4804" y="2212848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280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242316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5528" y="2455164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트리플 20 (60점)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90217" y="2455164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삼중고 → 증폭기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7510" y="2455164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(3+4)×2 = 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4804" y="2455164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840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266547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85800" y="266547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95528" y="2697480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트리플 20 (60점)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90217" y="2697480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증폭기 → 삼중고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7510" y="2697480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3×2+4 = 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4804" y="2697480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600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290779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95528" y="2939796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트리플 20 (60점)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90217" y="2939796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삼중고·기본 → 증폭기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7510" y="2939796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(3+4+4)×2 = 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4804" y="2939796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1,320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315010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85800" y="315010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95528" y="3182112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트리플 20 (60점)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90217" y="3182112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증폭기 → 삼중고·기본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7510" y="3182112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3×2+4+4 =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04804" y="3182112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840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33924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3566160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순서 바꾸기는 판 위에서도 된다. 정산 큐가 서면 잠긴다.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점수 공식  ·  정산 큐  ·  랙  ·  스티커  ·  효과와 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선택의 저울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이자 상한 5G 는 보유 25G 에서 찬다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4476" y="1883664"/>
            <a:ext cx="0" cy="1655064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들어오는 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클리어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작은 3 · 큰 4 · 보스 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남은 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1발당 1G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이자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보유 5G당 1G · 상한 5G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구매가 ÷2 · 최소 2G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딱지 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건너뛰면 6G · 앤티 3+ 12G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나가는 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일반 스티커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희귀 스티커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63256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레어 스티커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11 ~ 14G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개조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3256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6 ~ 12G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설비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10G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새로고침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3256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무료 1회 뒤 2 · 3 · 4G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골드  ·  이자  ·  상점  ·  딱지  ·  설비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선택의 저울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25G 를 쥐고 무엇을 사나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64207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7863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산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46503" y="1709928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5704" y="1709928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잔액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84903" y="1709928"/>
            <a:ext cx="1603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판당 이자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970531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안 산다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3" y="1970531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5704" y="1970531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25G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4903" y="1970531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18084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85800" y="2180844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95528" y="2212848"/>
            <a:ext cx="78638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일반 스티커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46503" y="2212848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5704" y="2212848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21G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84903" y="2212848"/>
            <a:ext cx="160324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266547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5528" y="2697480"/>
            <a:ext cx="78638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희귀 스티커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46503" y="2697480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5704" y="2697480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18G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84903" y="2697480"/>
            <a:ext cx="160324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15010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85800" y="31501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95528" y="3182112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설비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46503" y="318211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65704" y="318211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15G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84903" y="3182112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3G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339242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95528" y="3424428"/>
            <a:ext cx="78638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레어 스티커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6503" y="3424428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65704" y="3424428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14G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84903" y="3424428"/>
            <a:ext cx="160324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2G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387705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85800" y="3877056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95528" y="3909060"/>
            <a:ext cx="78638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개조 판벌이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46503" y="3909060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12G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65704" y="3909060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13G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84903" y="3909060"/>
            <a:ext cx="160324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2G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436168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95528" y="4393692"/>
            <a:ext cx="78638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레어 증폭기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46503" y="4393692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14G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65704" y="4393692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84903" y="4393692"/>
            <a:ext cx="160324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2G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85800" y="484632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345936" y="133502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같은 골드를 다른 길로 번다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45936" y="1664207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455664" y="1709928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갈래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01059" y="1709928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골드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97721" y="1709928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55664" y="1970531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속사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01059" y="1970531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9G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97721" y="1970531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트리플 명중 · 남은 다트 3발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345936" y="218084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345936" y="2180844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455664" y="221284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딱지 삯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01059" y="221284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97721" y="221284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건너뛰기 · 상점도 건너뛴다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345936" y="242316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455664" y="245516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이자 상한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01059" y="245516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297721" y="245516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보유 25G 유지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345936" y="266547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6345936" y="2665476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455664" y="2697480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굳은살 + 이자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01059" y="2697480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97721" y="2697480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보유 6G (4 + 1)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345936" y="290779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455664" y="29397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후원자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701059" y="29397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297721" y="29397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클리어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345936" y="31501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6345936" y="31501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6455664" y="31821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정산 모듈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01059" y="31821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97721" y="31821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라운드마다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345936" y="33924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455664" y="342442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남은 다트 3발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01059" y="342442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97721" y="342442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목표를 3발에 넘긴다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6345936" y="36347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6345936" y="36347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6455664" y="366674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선취점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01059" y="366674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1G/발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97721" y="366674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라운드 첫 다트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345936" y="38770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골드  ·  이자  ·  상점  ·  딱지  ·  설비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골드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런 시작 4G. 정산에서 들어오고 상점에서 나간다.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4476" y="1883664"/>
            <a:ext cx="0" cy="189738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들어오는 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런 시작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4G · 선금 팩 14G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클리어 보상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작은 3 · 큰 4 · 보스 5G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남은 다트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1발당 1G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이자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보유 5G당 1G · 상한 5G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골드 스티커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9장 (정산 7 · 착탄 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스티커 판매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표 가격 ÷2 · 하한 2G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63016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딱지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63016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삯 6G · 두둑한 삯 12G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나가는 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매대 구매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스티커 · 개조 · 다트 · 소비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새로고침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3256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무료 1회 뒤 2G부터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설비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7종 전부 10G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유지비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3256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판마다 3G · 검정 리그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이자  ·  상점  ·  딜러  ·  정산 큐  ·  리그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골드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정산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64207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유지비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20239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검정 리그 3G. 잔고 0에서 멈춘다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34440" y="225856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32257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322576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마모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578608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삭음 · 확률 파괴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34440" y="2916936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980944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980944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잔탄 골드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남은 다트 × 1G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34440" y="3575303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63931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639312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이자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895344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지급 전 잔고로 계산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34440" y="4233672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45936" y="1664207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5" y="1664207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골드 스티커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5" y="1920239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이자와 같은 잔고를 본다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94575" y="225856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45936" y="232257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5" y="2322576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클리어 보상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4575" y="2578608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리그 → 제약 순으로 눌린다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94575" y="2916936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45936" y="2980944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5" y="2980944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지급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5" y="3236976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내역을 한꺼번에 더한다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94575" y="3575303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445312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「빈손」 제약은 클리어 보상만 0배로 만든다. 잔탄 · 이자 · 스티커 골드는 그대로 들어온다.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이자  ·  상점  ·  딜러  ·  정산 큐  ·  리그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이자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이자 = min(보유 골드 ÷ 5, 상한 5). 내림.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보유 N당 1G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N =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기본 상한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5G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상한에 닿는 잔고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25G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보는 잔고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정산 지급 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끄는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일당 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리그 보정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8단 전부 +0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잔고별 이자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55664" y="2221991"/>
            <a:ext cx="2414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보유 골드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4272" y="2221991"/>
            <a:ext cx="2414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2482596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0~4G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4272" y="2482596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55664" y="2724912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5~9G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724912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55664" y="2967228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10~14G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2967228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2G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345936" y="31775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345936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455664" y="3209544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15~19G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4272" y="3209544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3G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55664" y="3451860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20~24G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3451860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345936" y="366217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6345936" y="3662172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455664" y="3694176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25G 이상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34272" y="3694176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5G — 상한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345936" y="3904487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55664" y="3936491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50G 이상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34272" y="3936491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10G — 저금통 뒤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345936" y="4146803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432053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상한을 미는 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4649723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95528" y="4695443"/>
            <a:ext cx="244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미는 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07767" y="4695443"/>
            <a:ext cx="3184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값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56793" y="4695443"/>
            <a:ext cx="46914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상한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" y="4956047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표 interest_max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07767" y="4956047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56793" y="4956047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5G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85800" y="516635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685800" y="5166359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95528" y="5198363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리그 8단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07767" y="5198363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56793" y="5198363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5G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85800" y="540867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95528" y="5440679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저금통 (설비)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07767" y="5440679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56793" y="5440679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10G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85800" y="5650991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685800" y="5650991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95528" y="5682995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일당 팩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07767" y="5682995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이자 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56793" y="5682995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0G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85800" y="589330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골드  ·  상점  ·  설비  ·  스타트 팩  ·  리그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상점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판 N 을 넘긴 뒤 열린다. 매대 자리는 4칸 고정.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여는 규칙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여는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판 N 을 넘긴 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안 여는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마지막 판(24) 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매대 자리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4칸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스티커 2 · 개조 1 · 다트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소비 아이템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스티커 1칸 대체 (임시)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설비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왼쪽 벽 · 앤티당 1장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016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후보 제외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63016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보유 · 미해금 · 전설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가격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55664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매물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01059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기본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7721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주황 · 검정 리그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24825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일반 스티커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1059" y="24825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7721" y="24825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55664" y="27249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희귀 스티커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01059" y="27249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7721" y="27249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9G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455664" y="296722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레어 스티커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1059" y="296722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 · 14G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97721" y="296722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14G · 18G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45936" y="31775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345936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55664" y="320954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가격 예외 5장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01059" y="320954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5G · 8G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7721" y="320954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 · 10G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55664" y="3451860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개조 8종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01059" y="3451860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6~12G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7721" y="3451860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8~15G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345936" y="366217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6345936" y="3662172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55664" y="369417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다트 4종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01059" y="369417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5~7G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97721" y="369417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7~9G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45936" y="3904487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455664" y="3936491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소비 아이템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01059" y="3936491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 (임시)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97721" y="3936491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5G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345936" y="4146803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345936" y="4146803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455664" y="4178807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설비 7종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01059" y="4178807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97721" y="4178807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10G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345936" y="4389119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85800" y="4562855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새로고침과 판매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5800" y="4892039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795528" y="4937759"/>
            <a:ext cx="52440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항목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04204" y="4937759"/>
            <a:ext cx="52440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값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5528" y="5198363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무료 새로고침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04204" y="5198363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1회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85800" y="540867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85800" y="5408675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95528" y="5440679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유료 첫 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04204" y="5440679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2G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85800" y="5650991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95528" y="5682995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누적 상승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04204" y="5682995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+1G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85800" y="589330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685800" y="5893307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795528" y="5925311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실제 흐름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04204" y="5925311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 · 2 · 3 · 4G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685800" y="613562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골드  ·  딜러  ·  설비  ·  스티커  ·  딱지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상점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새로고침과 판매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64207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52440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4204" y="1709928"/>
            <a:ext cx="52440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70531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덤 새로고침 (설비)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4204" y="1970531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무료 +1회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18084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85800" y="218084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5528" y="2212848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딱지 「무료 새로고침」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4204" y="2212848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무료 +2회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42316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95528" y="2455164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판매가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4204" y="2455164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표 가격 ÷2 내림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6547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5800" y="266547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95528" y="2697480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판매가 하한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4204" y="2697480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290779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95528" y="2939796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판매 스프레드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4204" y="2939796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 · 4 · 6 · 7G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315010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골드  ·  딜러  ·  설비  ·  스티커  ·  딱지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딜러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정장 입은 상반신. 매물을 던지고 쓸어 담는다.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그려지는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보이는 부분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176272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몸통과 두 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18588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잘리는 부분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418588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목 위 — 스티커 랙 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60904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실루엣 최상단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660904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y 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3220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허리 = 카운터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903220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y 128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45536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몸 길이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145536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106 px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87852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가슴 · 허리 반폭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387852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72 px · 60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0168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움직이는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630168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숨과 쓸기, 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상점  ·  골드  ·  설비  ·  랙  ·  조작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딜러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쓸기 — 세 박자 1.08초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64207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뻗기 0.26초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20239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팔을 오른쪽 끝까지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34440" y="225856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32257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322576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훑기 0.52초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578608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 동안만 왼쪽 벽이 열린다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34440" y="2916936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980944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980944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복귀 0.30초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새 매물이 이미 떨어진다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34440" y="3575303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45936" y="1664207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5" y="1664207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미는 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5" y="1920239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최소 620 면px/s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94575" y="225856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45936" y="232257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5" y="2322576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빠진 물건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5" y="2578608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판매 창구로 넘어간다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94575" y="2916936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45936" y="2980944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5" y="2980944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입력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4575" y="3236976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쓸기 동안 삼킨다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94575" y="3575303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379475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매물이 오가는 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123944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95528" y="4169663"/>
            <a:ext cx="52440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단계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4204" y="4169663"/>
            <a:ext cx="52440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하는 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" y="4430268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던지기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04204" y="4430268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먼 레일 뒤에서 앞으로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464057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85800" y="4640579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95528" y="4672583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낙하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04204" y="4672583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중력 1400 면px/s²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488289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95528" y="4914899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정착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04204" y="4914899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쿨롱 마찰 520 등감속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5125211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685800" y="5125211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95528" y="5157215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구매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04204" y="5157215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오른쪽 창구로 민다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85800" y="536752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95528" y="5399531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판매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04204" y="5399531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왼쪽 창구로 민다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560984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685800" y="5609843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95528" y="5641847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두 번 누르기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04204" y="5641847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물건 → 계산대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85800" y="585215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95528" y="5884163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탭 · 드래그 경계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04204" y="5884163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누적 이동 5px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5800" y="609447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상점  ·  골드  ·  설비  ·  랙  ·  조작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설비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상점 선반에서 사는 런 영구 강화. 7종 · 전부 10G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설비 7종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7863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6503" y="2221991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5704" y="2221991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최소 앤티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4903" y="2221991"/>
            <a:ext cx="1603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선행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482596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진열대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6503" y="248259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매대 칸 +1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5704" y="248259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4903" y="2482596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69290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85800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5528" y="2724912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긴 진열대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46503" y="272491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매대 칸 +1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65704" y="272491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84903" y="2724912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진열대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293522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95528" y="2967228"/>
            <a:ext cx="78638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덤 새로고침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46503" y="2967228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무료 새로고침 +1회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5704" y="2967228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84903" y="2967228"/>
            <a:ext cx="160324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341985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85800" y="3419856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5528" y="3451860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저금통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46503" y="3451860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이자 상한 +5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65704" y="3451860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84903" y="3451860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366217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5528" y="3694176"/>
            <a:ext cx="78638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침착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46503" y="3694176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조준 게이지 ×0.85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65704" y="3694176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84903" y="3694176"/>
            <a:ext cx="160324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414680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85800" y="4146804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95528" y="4178808"/>
            <a:ext cx="78638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더 침착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46503" y="4178808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조준 게이지 ×0.85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65704" y="4178808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84903" y="4178808"/>
            <a:ext cx="160324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침착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463143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95528" y="4663440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긴 탄창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46503" y="4663440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다트 +1발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65704" y="4663440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84903" y="4663440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" y="487375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규칙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45936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가격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63256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7종 전부 10G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45936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선반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63256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상점마다 1칸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45936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다시 굴리는 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63256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앤티가 바뀔 때만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안 사면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63256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같은 앤티 내내 그대로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45936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사면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63256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랙·소비 칸에 안 쌓인다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45936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유지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63256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런 끝까지 · 새 런에 초기화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45936" y="363016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겹침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63256" y="363016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침착 둘이면 0.7225배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상점  ·  골드  ·  이자  ·  조준  ·  딱지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설비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겹친 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매대 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664207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 → 3 →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652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무료 새로고침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90652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1회 → 2회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이자 상한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14884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5 → 10 (보유 50G)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9115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다트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39115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6발 → 7발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1335024"/>
            <a:ext cx="51572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다트 수 순서 — 판·팩 → 제약 → 리그 → 딱지 → 설비 → 스티커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상점  ·  골드  ·  이자  ·  조준  ·  딱지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판을 건너뛰고 받는 보상. 10종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나오는 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건너뛸 수 있는 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작은 판 · 큰 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보스 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못 건너뛴다 = 딱지 없다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굴리는 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앤티에 들어설 때 한꺼번에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건너뛰면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점수 0 · 골드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칸이 꽉 차면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견본 · 보급은 안 들어온다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바로 받는다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55664" y="2221991"/>
            <a:ext cx="7863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221991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5839" y="2221991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최소 앤티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45039" y="2221991"/>
            <a:ext cx="1603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가중치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2482596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48259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골드 +6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25839" y="248259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45039" y="2482596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1.00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55664" y="2724912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두둑한 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72491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골드 +12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25839" y="272491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45039" y="2724912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0.70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55664" y="2967228"/>
            <a:ext cx="78638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영역 승급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967228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무작위 영역 강화 +1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25839" y="2967228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5039" y="2967228"/>
            <a:ext cx="160324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0.90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345936" y="3419856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55664" y="3451860"/>
            <a:ext cx="78638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보급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3451860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소비 아이템 1장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25839" y="3451860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45039" y="3451860"/>
            <a:ext cx="160324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0.90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345936" y="390448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455664" y="3936492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견본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0" y="393649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스티커 1장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25839" y="3936492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45039" y="3936492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0.60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345936" y="414680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쥐고 있다가 쓴다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4649724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95528" y="4695444"/>
            <a:ext cx="14487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08823" y="4695444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7150" y="4695444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쓰는 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45478" y="4695444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앤티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3805" y="4695444"/>
            <a:ext cx="28344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가중치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5528" y="4956048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여벌 다트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08823" y="4956048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다트 +1발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77150" y="4956048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다음 판에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45478" y="4956048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13805" y="4956048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1.00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85800" y="516635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685800" y="5166359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795528" y="5198364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무료 새로고침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08823" y="5198364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무료 새로고침 +2회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77150" y="5198364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다음 상점에서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45478" y="5198364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13805" y="5198364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0.90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85800" y="540867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95528" y="5440679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넓은 매대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08823" y="5440679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매물 +2칸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77150" y="5440679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다음 상점에서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45478" y="5440679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13805" y="5440679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0.70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85800" y="5650991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685800" y="5650991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795528" y="5682995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여유로운 선택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08823" y="5682995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제약 선택지 +1장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77150" y="5682995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다음 보스 판에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45478" y="5682995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613805" y="5682995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0.60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85800" y="589330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95528" y="5925311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외상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408823" y="5925311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물건 1개가 공짜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477150" y="5925311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다음 상점에서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45478" y="5925311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613805" y="5925311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0.50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685800" y="613562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판  ·  골드  ·  상점  ·  소비 아이템  ·  보스 제약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소비 아이템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칸 2개에 쥐고 한 번 쓰는 물건. 활성 5종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소비 아이템 7종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183009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0217" y="2221991"/>
            <a:ext cx="23927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7510" y="2221991"/>
            <a:ext cx="23927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상태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4804" y="2221991"/>
            <a:ext cx="35434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482596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싱글 강화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0217" y="2482596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싱글 트랙 Lv +1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7510" y="2482596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매대 등장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4804" y="2482596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 (임시)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69290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85800" y="269290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5528" y="2724912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더블 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0217" y="2724912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더블 트랙 Lv +1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7510" y="2724912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매대 등장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4804" y="2724912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 (임시)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29352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95528" y="2967228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트리플 강화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0217" y="2967228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트리플 트랙 Lv +1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7510" y="2967228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매대 등장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4804" y="2967228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 (임시)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31775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85800" y="317754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5528" y="3209544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불 강화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0217" y="3209544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 트랙 Lv +1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7510" y="3209544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매대 등장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4804" y="3209544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 (임시)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34198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5528" y="3451860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보드 아웃 강화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90217" y="3451860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보드 아웃 트랙 Lv +1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7510" y="3451860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매대 등장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4804" y="3451860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 (임시)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36621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85800" y="3662172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95528" y="3694176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아이템 가공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90217" y="3694176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스티커 1장에 가공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47510" y="3694176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미구현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04804" y="3694176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미정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390448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95528" y="3936491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다트 가공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90217" y="3936491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다트 1자루에 가공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7510" y="3936491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미구현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04804" y="3936491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미정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" y="414680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영역 강화  ·  착탄 영역  ·  상점  ·  딱지  ·  골드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소비 아이템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강화 트랙 — 레벨당 증분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64207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트랙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0923" y="1709928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점수/Lv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7585" y="1709928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배수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970531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싱글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40923" y="1970531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7585" y="1970531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18084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85800" y="2180844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95528" y="221284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더블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40923" y="221284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585" y="221284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홀수 Lv 마다 +1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42316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95528" y="245516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트리플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0923" y="245516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7585" y="245516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홀수 Lv 마다 +1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266547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85800" y="2665476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5528" y="2697480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0923" y="2697480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7585" y="2697480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 Lv +1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290779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95528" y="29397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보드 아웃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40923" y="29397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+6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37585" y="29397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15010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345936" y="133502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규칙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1664207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3256" y="1664207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2개 (선금 팩은 1개)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5936" y="190652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쓰는 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190652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칸을 눌러 즉시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214884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쓰면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3256" y="214884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사라진다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239115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상점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239115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스티커 자리 1칸을 대체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26334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표 상한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63256" y="26334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Lv 8 까지 증분이 있다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45936" y="28757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불 트랙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28757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아우터·이너가 공유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31181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가공 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63256" y="31181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대상 선택 흐름 미구현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영역 강화  ·  착탄 영역  ·  상점  ·  딱지  ·  골드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런 시작 조건을 쥐는 덱. 기본 5 · 히든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팩 6종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14487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08823" y="2221991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7150" y="2221991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시작 골드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5478" y="2221991"/>
            <a:ext cx="190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스티커 / 소비 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805" y="2221991"/>
            <a:ext cx="28344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그 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482596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기본 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8823" y="2482596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7150" y="2482596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5478" y="2482596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 /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13805" y="2482596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9290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5800" y="269290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95528" y="2724912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여벌 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8823" y="2724912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7150" y="2724912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5478" y="2724912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 /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805" y="2724912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잔탄 골드 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29352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5528" y="2967228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넓은 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8823" y="2967228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7150" y="2967228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5478" y="2967228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 /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805" y="2967228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1775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85800" y="317754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95528" y="3209544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선금 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08823" y="3209544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7150" y="3209544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14G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5478" y="3209544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 /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13805" y="3209544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34198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95528" y="3451860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일당 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08823" y="3451860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7150" y="3451860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45478" y="3451860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 /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13805" y="3451860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이자 없음 · 잔탄 2G/발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36621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685800" y="3662172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95528" y="3694176"/>
            <a:ext cx="14487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미정 (히든)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08823" y="3694176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77150" y="3694176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45478" y="3694176"/>
            <a:ext cx="19037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 / 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13805" y="3694176"/>
            <a:ext cx="283448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미정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5800" y="390448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85800" y="4078223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해금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4407407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여벌 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03120" y="4407407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기본 팩으로 완주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4649723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넓은 랙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03120" y="4649723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여벌 팩으로 완주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4892039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선금 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03120" y="4892039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넓은 랙으로 완주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5134355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일당 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03120" y="5134355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선금 팩으로 완주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5376671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히든 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03120" y="5376671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불 명중 누적 50회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5618987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여는 때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618987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런이 끝날 때 · 새 런 화면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45936" y="4078223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주는 방식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45936" y="4407407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갈래 넷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63256" y="4407407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개조 · 설비 · 소비 · 스티커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45936" y="4649723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칸이 모자라면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63256" y="4649723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안 담긴다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45936" y="4892039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잔탄 골드 기본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63256" y="4892039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남은 다트 1개당 1G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45936" y="5134355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일당 팩 잔탄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763256" y="5134355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남은 다트 1개당 2G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리그  ·  다트  ·  랙  ·  골드  ·  이자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런 시작에 고르는 8단. 아래 단이 위를 다 안는다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리그 8단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7863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6503" y="2221991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리그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5704" y="2221991"/>
            <a:ext cx="105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곡선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4903" y="2221991"/>
            <a:ext cx="1603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더해지는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482596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6503" y="248259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흰 리그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5704" y="2482596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4903" y="2482596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69290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85800" y="2692908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5528" y="2724912"/>
            <a:ext cx="78638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46503" y="2724912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초록 리그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65704" y="2724912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84903" y="2724912"/>
            <a:ext cx="160324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작은 판 보상 3G → 0G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177539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95528" y="3209544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46503" y="3209544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파랑 리그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5704" y="3209544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curve_a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84903" y="3209544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목표 곡선 상승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341985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85800" y="3419856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5528" y="3451860"/>
            <a:ext cx="78638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46503" y="3451860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보라 리그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65704" y="3451860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curve_a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84903" y="3451860"/>
            <a:ext cx="160324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 판 스티커 1장 봉인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3904487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5528" y="3936491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46503" y="3936491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붉은 리그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65704" y="3936491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curve_a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84903" y="3936491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다트 6발 → 5발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4146803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85800" y="4146803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95528" y="4178807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46503" y="4178807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노랑 리그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65704" y="4178807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curve_b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84903" y="4178807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목표 곡선 재상승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4389119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95528" y="4421123"/>
            <a:ext cx="78638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46503" y="4421123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주황 리그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65704" y="4421123"/>
            <a:ext cx="10546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curve_b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84903" y="4421123"/>
            <a:ext cx="160324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매대 ×1.25 · 삭음 5판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" y="4873751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85800" y="4873751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95528" y="4905755"/>
            <a:ext cx="7863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46503" y="4905755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검정 리그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65704" y="4905755"/>
            <a:ext cx="105460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curve_b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84903" y="4905755"/>
            <a:ext cx="16032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판마다 유지비 3G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85800" y="5116067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곡선 배수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455664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앤티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01059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curve_a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97721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curve_b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55664" y="24825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01059" y="24825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97721" y="24825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1.00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455664" y="27249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01059" y="27249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97721" y="27249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1.25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455664" y="296722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01059" y="296722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97721" y="296722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1.55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345936" y="31775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6345936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6455664" y="320954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01059" y="320954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1.45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97721" y="320954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1.85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6455664" y="3451860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01059" y="3451860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97721" y="3451860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2.30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345936" y="366217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6345936" y="3662172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6455664" y="369417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01059" y="369417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297721" y="369417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2.80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6345936" y="3904487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6455664" y="3936491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01059" y="3936491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1.90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97721" y="3936491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3.40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345936" y="4146803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6345936" y="4146803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455664" y="4178807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01059" y="4178807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2.00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297721" y="4178807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4.00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345936" y="4389119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앤티  ·  목표 점수  ·  스타트 팩  ·  스티커  ·  골드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리그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규칙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해금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664207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그 단을 완주하면 다음 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6524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갈림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906524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팩마다 따로 뚫는다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봉인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148840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무작위 1장 · 그 판만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91156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삭음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391156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산 판부터 5판 뒤 부서진다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33472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매대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633472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올림 — 4G 가 5G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75788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유지비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875788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보유 0G 면 안 낸다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118104"/>
            <a:ext cx="20391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118104"/>
            <a:ext cx="866851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앤티 기본 × 판 배수 × 곡선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앤티  ·  목표 점수  ·  스타트 팩  ·  스티커  ·  골드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레이아웃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뷰포트 640 × 360 px · HUD 좌표는 LAY 표 한 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상시 HUD 요소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상단 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640 × 18 px · y0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자금판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72 × 34 px · x4 y20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소비 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68 × 44 px · 2칸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스티커 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322 × 44 px · 5칸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용량 표시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40 × 44 px · x490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다트 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x34 · 간격 31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016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점수 카드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63016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244 × 96 px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띠와 하단 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55664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자리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01059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좌표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7721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싣는 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24825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띠 1칸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1059" y="24825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x 0~100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7721" y="24825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R n / 8 · 앤티 눈금 8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55664" y="27249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띠 2칸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01059" y="27249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x 100~584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7721" y="27249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판 이름 · 목표 게이지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455664" y="296722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띠 2칸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1059" y="296722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x 514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97721" y="296722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/ 목표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45936" y="31775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345936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55664" y="320954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띠 3칸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01059" y="320954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x 584~640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7721" y="320954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이번 판 제약 아이콘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55664" y="3451860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안내 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01059" y="3451860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y 348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7721" y="3451860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지금 할 일 · 12 pt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345936" y="366217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6345936" y="3662172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55664" y="369417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조절 값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01059" y="369417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y 356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97721" y="369417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디버그 빌드만 · 9 pt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45936" y="3904487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화면별 HUD 노출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5800" y="4407407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95528" y="4453127"/>
            <a:ext cx="244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화면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7767" y="4453127"/>
            <a:ext cx="3184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상단 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56793" y="4453127"/>
            <a:ext cx="46914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나머지 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" y="4713731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판 · 판 고르기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07767" y="4713731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켠다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56793" y="4713731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전부 그린다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85800" y="492404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85800" y="4924043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795528" y="4956047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제약 고르기 · 상점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07767" y="4956047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끈다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56793" y="4956047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16 px 올린다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85800" y="516635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95528" y="5198363"/>
            <a:ext cx="24476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07767" y="5198363"/>
            <a:ext cx="318443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켠다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56793" y="5198363"/>
            <a:ext cx="469149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전부 끈다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85800" y="540867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685800" y="5408675"/>
            <a:ext cx="10817352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795528" y="5440679"/>
            <a:ext cx="244764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제목 · 설정 · 컬렉션 · 새 런 · 종료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07767" y="5440679"/>
            <a:ext cx="318443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끈다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56793" y="5440679"/>
            <a:ext cx="4691494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전부 끈다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85800" y="589330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조작  ·  화면 전이  ·  가독성  ·  랙  ·  상점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조작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진행은 좌클릭 하나. 스페이스가 같은 동작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상태별 입력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0923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좌클릭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7585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스페이스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482596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다트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40923" y="2482596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벽의 자루 · 반경 18 px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7585" y="2482596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0번 자루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3522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85800" y="2935224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5528" y="2967228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높이 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0923" y="2967228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판 위(반경 119.6 px) 클릭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7585" y="2967228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즉시 잠금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41985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95528" y="3451860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좌우 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40923" y="3451860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같은 규칙 · 좌우 잠금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7585" y="3451860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즉시 잠금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90448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85800" y="3904488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5528" y="3936492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확인 · 비행 · 정산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40923" y="3936492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안 받는다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7585" y="3936492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안 받는다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438912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5528" y="4421124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판 고르기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40923" y="4421124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「시작」 · 「건너뛰기」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7585" y="4421124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없음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487375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85800" y="4873752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95528" y="4905756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제약 고르기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0923" y="4905756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0.56 초 뒤 카드 선택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7585" y="4905756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없음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535838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5528" y="539038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상점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40923" y="539038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아래 여덟 단계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7585" y="539038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선택 해제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560070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685800" y="560070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95528" y="563270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정산 화면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40923" y="563270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아무 자리 → 상점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37585" y="563270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상점으로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584301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95528" y="5875020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종료 화면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40923" y="5875020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아무 자리 → 새 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37585" y="5875020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새 런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608533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455664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01059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하는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97721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범위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55664" y="24825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스페이스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01059" y="24825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진행 · 확정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97721" y="24825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455664" y="27249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ESC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01059" y="27249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일시정지 · 취소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97721" y="27249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455664" y="296722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F11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01059" y="296722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전체화면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97721" y="296722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345936" y="31775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345936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6455664" y="3209544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[  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01059" y="3209544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조준 속도 ∓0.05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97721" y="3209544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0.15 ~ 4.0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6455664" y="3451860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-  =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01059" y="3451860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정산 간격 ±0.03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97721" y="3451860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0.08 ~ 1.0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345936" y="366217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6345936" y="3662172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6455664" y="369417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; '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01059" y="369417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확인 텀 ∓0.05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97721" y="369417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0.0 ~ 1.5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345936" y="3904487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6455664" y="3936491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\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701059" y="3936491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개발 오버레이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297721" y="3936491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Tab 쪽 넘김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345936" y="4146803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조준  ·  조준 방식  ·  레이아웃  ·  상태별 처리  ·  상점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조작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상점 클릭 판정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64207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쓸기 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20239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클릭을 통째로 삼킨다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34440" y="225856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32257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322576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선반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578608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설비 구매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34440" y="2916936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980944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980944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좌우 창구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왼쪽 판매 · 오른쪽 구매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34440" y="3575303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63931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639312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스티커 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895344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팔 스티커 고르기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34440" y="4233672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45936" y="1664207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5" y="1664207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리롤 버튼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5" y="1920239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x32 y288 · 152 × 46 px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94575" y="2258568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45936" y="232257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5" y="2322576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다음 버튼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4575" y="2578608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x432 y288 · 176 × 46 px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94575" y="2916936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45936" y="2980944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5" y="2980944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낙하 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5" y="3236976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「지금 세운다」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94575" y="3575303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45936" y="363931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94575" y="3639312"/>
            <a:ext cx="4608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매물 · 맨 펠트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4575" y="3895344"/>
            <a:ext cx="46085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고르기 · 취소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94575" y="4233672"/>
            <a:ext cx="460857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조준  ·  조준 방식  ·  레이아웃  ·  상태별 처리  ·  상점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화면 전이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상태 15개가 그리는 화면 10개를 나눠 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31796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956816"/>
            <a:ext cx="1848916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 고르기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5028" y="232714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2188" y="1847088"/>
            <a:ext cx="2031796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973628" y="1956816"/>
            <a:ext cx="1848916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제약 고르기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41417" y="232714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78577" y="1847088"/>
            <a:ext cx="2031796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170017" y="1956816"/>
            <a:ext cx="1848916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 6상태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7806" y="232714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274966" y="1847088"/>
            <a:ext cx="2031796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66406" y="1956816"/>
            <a:ext cx="1848916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정산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34195" y="232714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471355" y="1847088"/>
            <a:ext cx="2031796" cy="96012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562795" y="1956816"/>
            <a:ext cx="1848916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상점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런 구조  ·  판  ·  상점  ·  레이아웃  ·  딜러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화면 전이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화면 밖 전이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64207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출발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0923" y="1709928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7585" y="1709928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도착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970531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부팅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40923" y="1970531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7585" y="1970531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제목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18084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85800" y="2180844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95528" y="2212848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제목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40923" y="2212848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시작 · 컬렉션 · 설정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585" y="2212848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새 런 · 컬렉션 · 설정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6547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95528" y="2697480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새 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0923" y="2697480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스페이스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7585" y="2697480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판 고르기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290779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85800" y="2907792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5528" y="29397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판 고르기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0923" y="29397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「건너뛰기」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7585" y="29397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다음 판 · 딱지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315010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95528" y="31821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정산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40923" y="31821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클릭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37585" y="31821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상점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39242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85800" y="3392424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95528" y="342442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상점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40923" y="342442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「다음」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7585" y="342442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판 고르기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363474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95528" y="3666744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정산 시점 목표 미달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40923" y="3666744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7585" y="3666744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종료(실패)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411937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4119372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95528" y="415137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24판째 클리어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40923" y="415137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37585" y="415137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종료(완주)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85800" y="436168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95528" y="439369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종료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40923" y="439369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클릭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7585" y="439369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새 런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" y="460400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45936" y="1335024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판 갈이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45936" y="1664207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총 길이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63256" y="1664207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0.36 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45936" y="190652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테이블 빠짐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63256" y="190652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0.15 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45936" y="214884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판이 뜨는 시각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63256" y="214884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0.13 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239115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판이 서기까지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63256" y="239115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0.23 초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45936" y="26334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돌아올 때 눕기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63256" y="26334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0.11 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45936" y="28757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도는 동안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63256" y="28757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입력 전부 삼킴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45936" y="31181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여는 자리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63256" y="31181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라운드 시작 · 정산 클릭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런 구조  ·  판  ·  상점  ·  레이아웃  ·  딜러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상태별 처리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판 6상태는 한 화면을 쓰고 나머지 9는 각자 그린다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입력을 잠그는 자리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1080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0923" y="2221991"/>
            <a:ext cx="14320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잠기는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7585" y="2221991"/>
            <a:ext cx="21505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푸는 조건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48259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판 갈이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40923" y="248259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클릭 · 키 전부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7585" y="248259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0.36 초 · 아무 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9290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85800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5528" y="2724912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딜러 쓸기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0923" y="2724912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상점 클릭 전부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7585" y="2724912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1.08 초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293522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95528" y="2967228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매물 낙하 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40923" y="2967228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구매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7585" y="2967228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첫 클릭이 세운다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17754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85800" y="3177540"/>
            <a:ext cx="5157216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5528" y="3209544"/>
            <a:ext cx="108080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제약 카드 딜링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40923" y="3209544"/>
            <a:ext cx="143206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카드 선택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7585" y="3209544"/>
            <a:ext cx="215056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0.56 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3662172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5528" y="3694176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확인 · 비행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40923" y="3694176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전부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7585" y="3694176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자동 진행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3904487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85800" y="3904487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95528" y="3936491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정산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0923" y="3936491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랙 순서 바꾸기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7585" y="3936491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정산 끝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4146803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5528" y="4178807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연발 진행 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40923" y="4178807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다트 갈아타기 · 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7585" y="4178807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마지막 발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4389119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685800" y="4389119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95528" y="4421123"/>
            <a:ext cx="108080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첫 축 잠근 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40923" y="4421123"/>
            <a:ext cx="143206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다트 갈아타기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37585" y="4421123"/>
            <a:ext cx="215056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다음 발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4631435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ESC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55664" y="2221991"/>
            <a:ext cx="2414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상태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34272" y="2221991"/>
            <a:ext cx="2414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하는 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55664" y="2482596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설정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34272" y="2482596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열던 자리로 되돌림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455664" y="2724912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컬렉션 · 새 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34272" y="2724912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제목으로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455664" y="2967228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손에 쥔 것 있음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34272" y="2967228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놓기 취소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345936" y="31775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6345936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55664" y="3209544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구매 · 판매 선택 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34272" y="3209544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선택 해제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455664" y="3451860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그 밖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34272" y="3451860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일시정지 → 설정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345936" y="366217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6345936" y="3662172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455664" y="3694176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제목 · 종료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34272" y="3694176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안 받는다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345936" y="3904487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85800" y="480517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거절 문구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5800" y="5134355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795528" y="5180075"/>
            <a:ext cx="52440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04204" y="5180075"/>
            <a:ext cx="52440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문구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8" y="5440679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이미 팔린 매물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04204" y="5440679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이미 구매함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85800" y="5650991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685800" y="5650991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795528" y="5682995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골드 부족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04204" y="5682995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골드가 N 모자란다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85800" y="589330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95528" y="5925311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스티커 5칸 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04204" y="5925311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스티커 판이 꽉 찼다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685800" y="613562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투척 흐름  ·  조작  ·  화면 전이  ·  정산 큐  ·  딜러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상태별 처리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거절 문구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64207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52440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4204" y="1709928"/>
            <a:ext cx="52440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70531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표준 다트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4204" y="1970531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바꿀 표준 다트가 없다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18084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85800" y="218084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5528" y="2212848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소비 2칸 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4204" y="2212848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소비 아이템 칸이 꽉 찼다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42316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95528" y="2455164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구매 창구 빈손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4204" y="2455164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먼저 매대에서 살 물건을 고른다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6547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5800" y="266547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95528" y="2697480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판매 창구 빈손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4204" y="2697480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먼저 판에서 팔 스티커를 고른다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290779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투척 흐름  ·  조작  ·  화면 전이  ·  정산 큐  ·  딜러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가독성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640 × 360 px 정수배 확대 · 글꼴 Galmuri11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해상도와 글꼴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뷰포트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7627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640 × 360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1858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창 기본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41858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1280 × 720 px · 2배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60904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늘리기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60904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canvas_items · 정수배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3220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여백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903220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keep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45536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텍스처 필터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45536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최근접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87852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글꼴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387852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Galmuri11.ttf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0168"/>
            <a:ext cx="130759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171717"/>
                </a:solidFill>
                <a:latin typeface="Paperlogy 6 SemiBold"/>
              </a:rPr>
              <a:t>전체화면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630168"/>
            <a:ext cx="373989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F11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글자 크기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55664" y="2221991"/>
            <a:ext cx="2414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4272" y="2221991"/>
            <a:ext cx="2414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쓰는 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2482596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82596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제목 「하이톤」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55664" y="2724912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2724912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완주 · 실패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55664" y="2967228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4272" y="2967228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· 배수 숫자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345936" y="31775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345936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455664" y="3209544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34272" y="3209544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앤티 클리어 줄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55664" y="3451860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34272" y="3451860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새 런 · 컬렉션 제목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345936" y="366217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6345936" y="3662172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455664" y="3694176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34272" y="3694176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카드의 ×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345936" y="3904487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455664" y="3936491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13 · 12 · 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34272" y="3936491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본문 · 버튼 · 상단 띠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345936" y="4146803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6345936" y="4146803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455664" y="4178807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10 · 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4272" y="4178807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라벨 · 보조 정보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45936" y="4389119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455664" y="4421123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34272" y="4421123"/>
            <a:ext cx="241401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딱지 이름 · 컬렉션 칸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345936" y="4631435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85800" y="480517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대비와 보조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800" y="5134355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95528" y="5180075"/>
            <a:ext cx="52440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항목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04204" y="5180075"/>
            <a:ext cx="52440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5528" y="5440679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글자색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04204" y="5440679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f4efe2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85800" y="5650991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685800" y="5650991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795528" y="5682995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강조색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04204" y="5682995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f2b134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85800" y="589330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95528" y="5925311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보조색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04204" y="5925311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8f86a8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85800" y="613562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레이아웃  ·  화면 전이  ·  조작  ·  효과와 등급  ·  랙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가독성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대비와 보조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64207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52440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4204" y="1709928"/>
            <a:ext cx="52440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70531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바탕색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4204" y="1970531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14111f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18084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85800" y="218084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5528" y="2212848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잠긴 조준축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4204" y="2212848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강조색 55% 어둡게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42316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95528" y="2455164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툴팁 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4204" y="2455164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178 px 고정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6547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5800" y="266547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95528" y="2697480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흔들림 6 px 초과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4204" y="2697480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툴팁 안 그린다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290779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95528" y="2939796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화면 덮개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4204" y="2939796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알파 0.94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315010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85800" y="315010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95528" y="3182112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넘치는 이름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04204" y="3182112"/>
            <a:ext cx="524408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… 로 자른다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33924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레이아웃  ·  화면 전이  ·  조작  ·  효과와 등급  ·  랙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스티커 · 일반 1/4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일반 49장 · 발동률은 36만 발 실측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892807"/>
            <a:ext cx="16703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0458" y="1892807"/>
            <a:ext cx="359264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7697" y="1892807"/>
            <a:ext cx="34178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0180" y="1892807"/>
            <a:ext cx="5693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4152" y="1892807"/>
            <a:ext cx="7441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발동률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15341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대물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0458" y="215341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15 이상 섹터 명중 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7697" y="215341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0180" y="215341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4152" y="215341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18.3%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3637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85800" y="236372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5528" y="239572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가장자리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0458" y="239572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더블 명중 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7697" y="239572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0180" y="239572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04152" y="239572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11.8%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26060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5528" y="2638044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짝수 애호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0458" y="2638044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짝수 섹터 명중 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7697" y="2638044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70180" y="2638044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04152" y="2638044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30.5%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28483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284835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95528" y="2880360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좌익수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30458" y="2880360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왼쪽 절반 명중 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7697" y="2880360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70180" y="2880360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04152" y="2880360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31.1%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30906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5528" y="3122676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굳은살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30458" y="3122676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 이하 섹터 명중 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7697" y="3122676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+2 · 정산 때 보유 골드 6 이하면 +4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0180" y="3122676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04152" y="3122676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15.3%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333298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685800" y="333298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95528" y="336499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홀수 애호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30458" y="336499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홀수 섹터 명중 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7697" y="336499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0180" y="336499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04152" y="336499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30.6%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357530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95528" y="360730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우익수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30458" y="360730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오른쪽 절반 명중 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87697" y="360730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70180" y="360730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04152" y="360730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31.2%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5800" y="381762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85800" y="381762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95528" y="3849624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소물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30458" y="3849624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 이하 섹터 명중 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87697" y="3849624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0180" y="3849624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04152" y="3849624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15.3%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85800" y="405993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95528" y="4091940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삼중고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30458" y="4091940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트리플 명중 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87697" y="4091940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70180" y="4091940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04152" y="4091940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7.6%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85800" y="430225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685800" y="4302252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95528" y="4334256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빗나감 배수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30458" y="4334256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빗나가면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87697" y="4334256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70180" y="4334256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704152" y="4334256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37.7%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85800" y="454456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95528" y="457657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랙 집합체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30458" y="457657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87697" y="457657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보유 아이템 1개당 배수 +3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70180" y="457657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04152" y="457657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85800" y="478688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685800" y="4786883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795528" y="481888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잔여 깃발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30458" y="481888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87697" y="481888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남은 다트 1개당 점수 +30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970180" y="481888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04152" y="481888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85800" y="502919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95528" y="5061203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모험심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630458" y="5061203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87697" y="5061203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더블·트리플·불 명중 시 절반 확률로 골드 +2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70180" y="5061203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704152" y="5061203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685800" y="527151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스티커 · 일반 2/4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일반 49장 · 발동률은 36만 발 실측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892807"/>
            <a:ext cx="16703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0458" y="1892807"/>
            <a:ext cx="359264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7697" y="1892807"/>
            <a:ext cx="34178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0180" y="1892807"/>
            <a:ext cx="5693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4152" y="1892807"/>
            <a:ext cx="7441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발동률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15341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과충전 증폭기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0458" y="215341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7697" y="215341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×3 · 라운드마다 0.1% 확률로 파괴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0180" y="215341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4152" y="215341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3637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85800" y="236372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5528" y="239572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이중 짝맞춤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0458" y="239572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다른 두 숫자를 각 2회 맞힌 발부터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7697" y="239572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0180" y="239572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04152" y="239572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0.3%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26060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5528" y="2638044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영역 집중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0458" y="2638044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같은 영역 종류 3회를 맞힌 발부터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7697" y="2638044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70180" y="2638044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04152" y="2638044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15.4%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28483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284835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95528" y="2880360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분산 궤적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30458" y="2880360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다른 숫자 세 곳을 맞힌 발부터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7697" y="2880360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70180" y="2880360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04152" y="2880360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26.5%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30906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5528" y="3122676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결벽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30458" y="3122676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7697" y="3122676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한 발도 안 빗나가면 골드 +2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0180" y="3122676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04152" y="3122676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333298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685800" y="333298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95528" y="336499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분산 관통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30458" y="336499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다른 숫자 세 곳을 맞힌 발부터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7697" y="336499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0180" y="336499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04152" y="336499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26.5%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357530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95528" y="360730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한 영역 고집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30458" y="360730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같은 영역 종류 3회를 맞힌 발부터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87697" y="360730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70180" y="360730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04152" y="360730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15.4%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5800" y="381762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85800" y="381762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95528" y="3849624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짝수 보정기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30458" y="3849624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짝수 섹터 명중 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87697" y="3849624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0180" y="3849624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04152" y="3849624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30.5%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85800" y="405993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95528" y="4091940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지정색 증폭기 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30458" y="4091940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크림 칸 명중 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87697" y="4091940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70180" y="4091940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04152" y="4091940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30.5%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85800" y="430225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685800" y="4302252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95528" y="4334256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정산 모듈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30458" y="4334256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87697" y="4334256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라운드마다 골드 +4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70180" y="4334256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704152" y="4334256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85800" y="454456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95528" y="457657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지정색 증폭기 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30458" y="457657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먹 칸 명중 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87697" y="457657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70180" y="457657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04152" y="457657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30.6%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85800" y="478688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685800" y="4786883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795528" y="481888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명중 적립기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30458" y="481888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87697" y="481888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명중마다 배수 +1 · 빗나가면 −1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970180" y="481888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04152" y="481888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85800" y="502919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95528" y="5061203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불안정 증폭기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630458" y="5061203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87697" y="5061203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+15 · 라운드마다 1/6 확률로 파괴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70180" y="5061203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704152" y="5061203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685800" y="527151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스티커 · 일반 3/4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일반 49장 · 발동률은 36만 발 실측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892807"/>
            <a:ext cx="16703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0458" y="1892807"/>
            <a:ext cx="359264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7697" y="1892807"/>
            <a:ext cx="34178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0180" y="1892807"/>
            <a:ext cx="5693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4152" y="1892807"/>
            <a:ext cx="7441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발동률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15341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소수 정예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0458" y="215341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이번 라운드 다트가 3개 이하면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7697" y="215341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0180" y="215341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4152" y="215341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3637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85800" y="236372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5528" y="239572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녹는 점수원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0458" y="239572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7697" y="239572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+100 에서 시작 · 던질 때마다 −5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0180" y="239572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04152" y="239572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26060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5528" y="2638044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기본 증폭기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0458" y="2638044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7697" y="2638044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70180" y="2638044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04152" y="2638044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28483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284835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95528" y="2880360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같은 숫자 한 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30458" y="2880360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같은 숫자 2회를 맞힌 발부터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7697" y="2880360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70180" y="2880360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04152" y="2880360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7.7%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30906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5528" y="3122676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예비 다트 홀더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30458" y="3122676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7697" y="3122676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라운드 시작 다트 +1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0180" y="3122676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04152" y="3122676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333298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685800" y="333298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95528" y="336499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이중 짝 증폭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30458" y="336499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다른 두 숫자를 각 2회 맞힌 발부터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7697" y="336499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0180" y="336499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04152" y="336499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0.3%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357530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95528" y="360730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오차 인쇄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30458" y="360730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87697" y="360730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+0~23 무작위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70180" y="360730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04152" y="360730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5800" y="381762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85800" y="381762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95528" y="3849624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마지막 고도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30458" y="3849624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라운드 마지막 다트에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87697" y="3849624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0180" y="3849624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04152" y="3849624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10.4%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85800" y="405993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95528" y="4091940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홀수 보정기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30458" y="4091940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홀수 섹터 명중 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87697" y="4091940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70180" y="4091940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04152" y="4091940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30.6%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85800" y="430225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685800" y="4302252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95528" y="4334256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첫 고난도 촬영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30458" y="4334256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라운드 첫 더블·트리플·불 명중 시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87697" y="4334256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70180" y="4334256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704152" y="4334256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12.5%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85800" y="454456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95528" y="4576572"/>
            <a:ext cx="167033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소모성 증폭기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30458" y="4576572"/>
            <a:ext cx="359264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87697" y="4576572"/>
            <a:ext cx="3417891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+20 에서 시작 · 라운드마다 −4 · 0이면 파괴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70180" y="4576572"/>
            <a:ext cx="56938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04152" y="4576572"/>
            <a:ext cx="744135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85800" y="502920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685800" y="502920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795528" y="5061204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최저점 반격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30458" y="5061204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87697" y="5061204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라운드 최저 명중 숫자 1당 배수 +2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970180" y="5061204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04152" y="5061204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85800" y="527151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95528" y="5303520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분산 주자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630458" y="5303520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다른 숫자 세 곳을 맞힌 발부터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87697" y="5303520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발동할 때마다 점수 +15 누적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70180" y="5303520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704152" y="5303520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26.5%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685800" y="5513831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스티커 · 일반 4/4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일반 49장 · 발동률은 36만 발 실측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892807"/>
            <a:ext cx="16703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0458" y="1892807"/>
            <a:ext cx="359264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7697" y="1892807"/>
            <a:ext cx="34178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0180" y="1892807"/>
            <a:ext cx="5693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4152" y="1892807"/>
            <a:ext cx="7441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발동률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15341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고난도 표적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0458" y="215341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더블·트리플·불 명중 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7697" y="215341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0180" y="215341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4152" y="215341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20.6%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3637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85800" y="236372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5528" y="239572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불 연구원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0458" y="239572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 명중 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7697" y="239572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+20 · 배수 +4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0180" y="239572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04152" y="239572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1.2%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26060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5528" y="2638044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무거운 대기열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0458" y="2638044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7697" y="2638044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무거운 다트 1개당 배수 +13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70180" y="2638044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04152" y="2638044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28483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284835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95528" y="2880360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같은 숫자 보너스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30458" y="2880360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같은 숫자 2회를 맞힌 발부터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7697" y="2880360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70180" y="2880360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04152" y="2880360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7.7%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30906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5528" y="3122676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고난도 미소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30458" y="3122676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더블·트리플·불 명중 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7697" y="3122676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0180" y="3122676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04152" y="3122676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20.6%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333298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685800" y="333298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95528" y="336499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착탄 이력계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30458" y="336499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7697" y="336499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 영역의 런 누적 명중 1회당 배수 +1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0180" y="336499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04152" y="336499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357530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95528" y="360730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진열 가치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30458" y="360730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87697" y="360730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다른 아이템 판매가 합계만큼 배수 추가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70180" y="360730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04152" y="360730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5800" y="381762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85800" y="381762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95528" y="3849624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4·10 무전기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30458" y="3849624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4·10번 명중 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87697" y="3849624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+10 · 배수 +4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0180" y="3849624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04152" y="3849624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6.0%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85800" y="405993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95528" y="4091940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세 발 집중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30458" y="4091940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같은 숫자 3회를 맞힌 발부터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87697" y="4091940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70180" y="4091940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04152" y="4091940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0.3%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85800" y="430225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685800" y="4302252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95528" y="4334256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세 발 증폭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30458" y="4334256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같은 숫자 3회를 맞힌 발부터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87697" y="4334256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+12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70180" y="4334256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704152" y="4334256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0.3%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85800" y="454456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스티커 · 희귀 1/2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희귀 26장 · 발동률은 36만 발 실측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892807"/>
            <a:ext cx="16703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0458" y="1892807"/>
            <a:ext cx="359264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7697" y="1892807"/>
            <a:ext cx="34178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0180" y="1892807"/>
            <a:ext cx="5693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4152" y="1892807"/>
            <a:ext cx="7441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발동률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15341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새 자리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0458" y="215341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직전과 다른 섹터면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7697" y="215341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+12 · 한 발도 안 빗나가면 골드 +3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0180" y="215341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4152" y="215341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60.8%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3637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85800" y="236372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5528" y="239572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띠쟁이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0458" y="239572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트리플·더블 어디든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7697" y="239572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0180" y="239572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04152" y="239572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19.4%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26060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5528" y="2638044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명중왕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0458" y="2638044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 명중 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7697" y="2638044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70180" y="2638044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04152" y="2638044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1.2%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28483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284835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95528" y="2880360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첫 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30458" y="2880360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라운드 첫 다트에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7697" y="2880360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+45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70180" y="2880360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04152" y="2880360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10.3%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30906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5528" y="3122676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막판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30458" y="3122676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라운드 마지막 다트에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7697" y="3122676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0180" y="3122676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04152" y="3122676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10.4%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333298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685800" y="333298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95528" y="336499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선취점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30458" y="336499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라운드 첫 다트에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7697" y="336499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+26 · 남은 다트 1개당 골드 +1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0180" y="336499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04152" y="336499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10.3%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357530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95528" y="360730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외골수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30458" y="360730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직전과 같은 섹터면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87697" y="360730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70180" y="360730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04152" y="360730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1.6%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5800" y="381762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85800" y="381762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95528" y="3849624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손맛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30458" y="3849624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이번 라운드에 트리플을 맞힌 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87697" y="3849624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0180" y="3849624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04152" y="3849624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10.6%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85800" y="405993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95528" y="4091940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연속 빗나감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30458" y="4091940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직전 투척이 빗나갔다면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87697" y="4091940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70180" y="4091940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04152" y="4091940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31.5%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85800" y="430225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685800" y="4302252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95528" y="4334256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마지막 곡예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30458" y="4334256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라운드 마지막 다트에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87697" y="4334256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70180" y="4334256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704152" y="4334256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10.4%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85800" y="454456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95528" y="457657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검은 쐐기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30458" y="457657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먹 칸 명중 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87697" y="457657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+50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70180" y="457657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04152" y="457657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30.6%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85800" y="478688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685800" y="4786883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795528" y="481888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자금 증폭끈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30458" y="481888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87697" y="481888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보유 골드 5당 배수 +2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970180" y="481888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04152" y="481888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85800" y="502919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95528" y="5061203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자금 과녁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630458" y="5061203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87697" y="5061203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보유 골드 1당 점수 +2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70180" y="5061203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704152" y="5061203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685800" y="527151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스티커 · 희귀 2/2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희귀 26장 · 발동률은 36만 발 실측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892807"/>
            <a:ext cx="16703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0458" y="1892807"/>
            <a:ext cx="359264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7697" y="1892807"/>
            <a:ext cx="34178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0180" y="1892807"/>
            <a:ext cx="5693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4152" y="1892807"/>
            <a:ext cx="7441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발동률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15341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반복 궤도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0458" y="215341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이미 명중한 영역을 다시 맞히면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7697" y="215341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0180" y="215341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4152" y="215341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30.1%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3637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85800" y="236372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5528" y="239572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압축 투척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0458" y="239572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7697" y="239572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기본에서 줄어든 다트 1개당 배수 +4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0180" y="239572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04152" y="239572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26060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5528" y="2638044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피보나치 과녁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0458" y="2638044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1·2·3·5·8번 명중 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7697" y="2638044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70180" y="2638044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04152" y="2638044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15.4%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28483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284835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95528" y="2880360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네 영역 화분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30458" y="2880360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네 영역을 모두 맞힌 발부터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7697" y="2880360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70180" y="2880360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04152" y="2880360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0.2%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30906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5528" y="3122676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빈 랙 형판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30458" y="3122676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7697" y="3122676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 빈 아이템 칸 수 (최소 ×1)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0180" y="3122676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04152" y="3122676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333298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685800" y="333298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95528" y="336499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여섯 번째 약속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30458" y="336499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 6번째 투척에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7697" y="336499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0180" y="336499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04152" y="336499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10.4%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357530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95528" y="360730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비상 골격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30458" y="360730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87697" y="360730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실패 1회 방지 (총점이 목표의 25% 이상일 때)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70180" y="360730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04152" y="360730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5800" y="381762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85800" y="381762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95528" y="3849624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흑색 마노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30458" y="3849624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먹 칸 명중 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87697" y="3849624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0180" y="3849624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04152" y="3849624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30.6%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85800" y="405993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95528" y="4091940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거친 보석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30458" y="4091940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크림 칸 명중 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87697" y="4091940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발동할 때마다 골드 +1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70180" y="4091940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04152" y="4091940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30.5%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85800" y="430225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685800" y="4302252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95528" y="4334256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이종 영역 관측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30458" y="4334256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다른 영역 2종을 맞힌 발부터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87697" y="4334256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70180" y="4334256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704152" y="4334256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30.5%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85800" y="454456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95528" y="457657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영역 승급기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30458" y="457657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87697" y="457657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발동 4회 중 1회, 맞은 영역 강화 +1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70180" y="457657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04152" y="457657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85800" y="478688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685800" y="4786883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795528" y="481888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쌍쌍 바지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30458" y="481888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다른 두 숫자를 각 2회 맞힌 발부터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87697" y="481888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발동할 때마다 배수 +2 누적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970180" y="481888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04152" y="481888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0.3%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85800" y="502919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95528" y="5061203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중량 다트 계수기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630458" y="5061203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87697" y="5061203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무거운 다트 1개당 점수 +25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70180" y="5061203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704152" y="5061203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685800" y="527151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스티커 · 레어 1/2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레어 24장 · 발동률은 36만 발 실측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892807"/>
            <a:ext cx="16703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0458" y="1892807"/>
            <a:ext cx="359264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7697" y="1892807"/>
            <a:ext cx="34178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0180" y="1892807"/>
            <a:ext cx="5693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4152" y="1892807"/>
            <a:ext cx="7441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발동률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15341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변덕쟁이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0458" y="215341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직전과 다른 섹터면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7697" y="215341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0180" y="215341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4152" y="215341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60.8%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3637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85800" y="236372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5528" y="239572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빈손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0458" y="239572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빗나가면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7697" y="239572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0180" y="239572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04152" y="239572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37.7%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26060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5528" y="2638044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기본기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0458" y="2638044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7697" y="2638044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70180" y="2638044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04152" y="2638044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28483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284835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95528" y="2880360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칼끝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30458" y="2880360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더블 명중 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7697" y="2880360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70180" y="2880360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04152" y="2880360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11.8%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30906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5528" y="3122676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속사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30458" y="3122676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트리플 명중 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7697" y="3122676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+3 · 남은 다트 3개 이상이면 골드 +9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0180" y="3122676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04152" y="3122676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7.6%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333298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685800" y="333298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95528" y="336499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후원자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30458" y="336499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7697" y="336499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+16 · 클리어 시 골드 +4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0180" y="336499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04152" y="336499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357530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95528" y="360730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정밀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30458" y="360730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연속 명중 1회마다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87697" y="360730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+3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70180" y="360730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04152" y="360730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1.6%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5800" y="381762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85800" y="381762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95528" y="3849624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증폭기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30458" y="3849624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87697" y="3849624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0180" y="3849624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14G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04152" y="3849624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85800" y="405993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95528" y="4091940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중물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30458" y="4091940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6~14 섹터 명중 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87697" y="4091940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70180" y="4091940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14G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04152" y="4091940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27.5%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85800" y="430225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685800" y="4302252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95528" y="4334256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곡예 다트맨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30458" y="4334256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87697" y="4334256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+250 · 라운드 시작 다트 -2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70180" y="4334256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704152" y="4334256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62.3%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85800" y="454456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95528" y="457657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두 발의 결속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30458" y="457657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같은 숫자 2회를 맞힌 발부터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87697" y="457657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70180" y="457657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04152" y="457657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7.7%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85800" y="478688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685800" y="4786883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795528" y="481888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네 발의 가족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30458" y="481888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같은 숫자 4회를 맞힌 발부터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87697" y="481888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970180" y="481888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04152" y="481888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0.0%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85800" y="502919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스티커 · 레어 2/2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레어 24장 · 발동률은 36만 발 실측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892807"/>
            <a:ext cx="16703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0458" y="1892807"/>
            <a:ext cx="359264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7697" y="1892807"/>
            <a:ext cx="34178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0180" y="1892807"/>
            <a:ext cx="5693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4152" y="1892807"/>
            <a:ext cx="7441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발동률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15341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분산의 질서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0458" y="215341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다른 숫자 세 곳을 맞힌 발부터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7697" y="215341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0180" y="215341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4152" y="215341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26.5%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3637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85800" y="236372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5528" y="239572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영역 부족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0458" y="239572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같은 영역 종류 3회를 맞힌 발부터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7697" y="239572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0180" y="239572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04152" y="239572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15.4%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26060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5528" y="2638044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세 발의 결속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0458" y="2638044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같은 숫자 3회를 맞힌 발부터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7697" y="2638044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70180" y="2638044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04152" y="2638044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0.3%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28483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284835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95528" y="2880360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작은 2번 과녁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30458" y="2880360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2번 명중 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7697" y="2880360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발동할 때마다 점수 +8 누적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70180" y="2880360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04152" y="2880360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3.1%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30906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5528" y="3122676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12·13 왕가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30458" y="3122676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12·13번 명중 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7697" y="3122676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×2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0180" y="3122676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04152" y="3122676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6.1%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333298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685800" y="333298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95528" y="336499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원 조준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30458" y="336499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7697" y="336499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원의 크기와 각도로 조준합니다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0180" y="336499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04152" y="336499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0.0%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357530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95528" y="360730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빗각 조준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30458" y="360730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87697" y="360730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조준선이 다트마다 다른 각도로 기웁니다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70180" y="360730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04152" y="360730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0.0%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5800" y="381762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85800" y="3817620"/>
            <a:ext cx="10817352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95528" y="3849624"/>
            <a:ext cx="167033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겹조준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30458" y="3849624"/>
            <a:ext cx="359264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87697" y="3849624"/>
            <a:ext cx="3417891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가로세로 조준선이 함께 움직이며 한 번에 잠깁니다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0180" y="3849624"/>
            <a:ext cx="56938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04152" y="3849624"/>
            <a:ext cx="744135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0.0%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85800" y="430225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95528" y="4334256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흔들 조준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30458" y="4334256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87697" y="4334256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조준점이 커서 둘레를 제멋대로 떠돕니다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70180" y="4334256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04152" y="4334256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0.0%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85800" y="454456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685800" y="454456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95528" y="4576572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손 조준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30458" y="4576572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87697" y="4576572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조준점을 원하는 자리에 직접 놓습니다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70180" y="4576572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704152" y="4576572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0.0%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85800" y="478688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95528" y="4818888"/>
            <a:ext cx="16703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당김 조준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30458" y="4818888"/>
            <a:ext cx="359264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87697" y="4818888"/>
            <a:ext cx="341789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튕기는 속도와 방향으로 다트를 던집니다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70180" y="4818888"/>
            <a:ext cx="56938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04152" y="4818888"/>
            <a:ext cx="74413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0.0%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85800" y="502920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685800" y="5029200"/>
            <a:ext cx="10817352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795528" y="5061204"/>
            <a:ext cx="167033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반동 조준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30458" y="5061204"/>
            <a:ext cx="359264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모든 다트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87697" y="5061204"/>
            <a:ext cx="3417891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한 발이 작은 다트 5발이 되고 발마다 점수의 25%를 받으며, 쏠 때마다 조준이 밀립니다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970180" y="5061204"/>
            <a:ext cx="56938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04152" y="5061204"/>
            <a:ext cx="744135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0.0%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85800" y="551383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다트 ·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다트 5종 · 개조 8종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다트 — 표준 1발을 대체한다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16383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8420" y="2221991"/>
            <a:ext cx="1097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게이지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0444" y="2221991"/>
            <a:ext cx="7368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배수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1890" y="2221991"/>
            <a:ext cx="560466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31144" y="2221991"/>
            <a:ext cx="917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482596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표준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8420" y="2482596"/>
            <a:ext cx="109743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0444" y="2482596"/>
            <a:ext cx="73685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1890" y="2482596"/>
            <a:ext cx="560466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특성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1144" y="2482596"/>
            <a:ext cx="9171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기본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9290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5800" y="269290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95528" y="2724912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무거운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98420" y="2724912"/>
            <a:ext cx="109743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×0.55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60444" y="2724912"/>
            <a:ext cx="73685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-1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1890" y="2724912"/>
            <a:ext cx="560466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게이지 0.55배 · 배수 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31144" y="2724912"/>
            <a:ext cx="9171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29352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5528" y="2967228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가벼운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98420" y="2967228"/>
            <a:ext cx="109743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0444" y="2967228"/>
            <a:ext cx="73685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1890" y="2967228"/>
            <a:ext cx="560466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게이지 1.9배 · 배수 +3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31144" y="2967228"/>
            <a:ext cx="9171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6G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1775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85800" y="317754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95528" y="3209544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관통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98420" y="3209544"/>
            <a:ext cx="109743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60444" y="3209544"/>
            <a:ext cx="73685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61890" y="3209544"/>
            <a:ext cx="560466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양옆 칸 0.5배 · 배수 고정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1144" y="3209544"/>
            <a:ext cx="9171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34198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95528" y="3451860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자석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98420" y="3451860"/>
            <a:ext cx="109743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60444" y="3451860"/>
            <a:ext cx="73685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-1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61890" y="3451860"/>
            <a:ext cx="560466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중심으로 0.25 당김 · 배수 -1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31144" y="3451860"/>
            <a:ext cx="9171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36621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개조 — 판의 기하를 바꾼다 · 런 동안 유지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165091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95528" y="4210812"/>
            <a:ext cx="16383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98420" y="4210812"/>
            <a:ext cx="12777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40733" y="4210812"/>
            <a:ext cx="4883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88831" y="4210812"/>
            <a:ext cx="12777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배타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31144" y="4210812"/>
            <a:ext cx="917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" y="4471416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속살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98420" y="4471416"/>
            <a:ext cx="127772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band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40733" y="4471416"/>
            <a:ext cx="488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트리플 띠 +0.06 · 더블 띠 -0.06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88831" y="4471416"/>
            <a:ext cx="127772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guts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31144" y="4471416"/>
            <a:ext cx="9171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9G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5800" y="468172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85800" y="4681727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95528" y="4713731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겉살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98420" y="4713731"/>
            <a:ext cx="127772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band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40733" y="4713731"/>
            <a:ext cx="488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트리플 띠 -0.06 · 더블 띠 +0.06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88831" y="4713731"/>
            <a:ext cx="127772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soks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31144" y="4713731"/>
            <a:ext cx="9171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6G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85800" y="492404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95528" y="4956047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벼랑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98420" y="4956047"/>
            <a:ext cx="127772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slide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40733" y="4956047"/>
            <a:ext cx="488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트리플 띠가 더블 안쪽에서 0.03 띄운 자리로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88831" y="4956047"/>
            <a:ext cx="127772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31144" y="4956047"/>
            <a:ext cx="9171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7G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85800" y="516635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685800" y="5166359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795528" y="5198363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아랫목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98420" y="5198363"/>
            <a:ext cx="127772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ring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40733" y="5198363"/>
            <a:ext cx="488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안쪽에 트리플 띠 하나 더 (0.38~0.46)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88831" y="5198363"/>
            <a:ext cx="127772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531144" y="5198363"/>
            <a:ext cx="9171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9G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85800" y="540867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95528" y="5440679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멍석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98420" y="5440679"/>
            <a:ext cx="127772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bull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40733" y="5440679"/>
            <a:ext cx="488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한복판 0.04 · 불 0.2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88831" y="5440679"/>
            <a:ext cx="127772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31144" y="5440679"/>
            <a:ext cx="9171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8G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685800" y="5650991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685800" y="5650991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795528" y="5682995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판벌이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98420" y="5682995"/>
            <a:ext cx="127772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out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40733" y="5682995"/>
            <a:ext cx="488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판이 1.1배로 커진다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088831" y="5682995"/>
            <a:ext cx="127772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531144" y="5682995"/>
            <a:ext cx="9171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12G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85800" y="589330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795528" y="5925311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판갈이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98420" y="5925311"/>
            <a:ext cx="127772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swap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40733" y="5925311"/>
            <a:ext cx="488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가장 작은 3 칸이 20이 된다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088831" y="5925311"/>
            <a:ext cx="127772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531144" y="5925311"/>
            <a:ext cx="9171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9G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85800" y="613562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96"/>
          <p:cNvSpPr/>
          <p:nvPr/>
        </p:nvSpPr>
        <p:spPr>
          <a:xfrm>
            <a:off x="685800" y="6135623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795528" y="6167627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짝패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598420" y="6167627"/>
            <a:ext cx="127772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odd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40733" y="6167627"/>
            <a:ext cx="488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칸마다 짝이 생긴다 · 짝수 칸 −1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088831" y="6167627"/>
            <a:ext cx="127772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531144" y="6167627"/>
            <a:ext cx="9171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6G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685800" y="637793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보스 제약 ·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제약 12종 · 영역 6종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보스 제약 — 입장 전 3개 중 1개를 고른다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7730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3203" y="2221991"/>
            <a:ext cx="8668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4646" y="2221991"/>
            <a:ext cx="3023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482596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좁은 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3203" y="2482596"/>
            <a:ext cx="86685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band_mul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4646" y="2482596"/>
            <a:ext cx="302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트리플·더블 링 폭 0.5배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9290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85800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5528" y="2724912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역풍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3203" y="2724912"/>
            <a:ext cx="86685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gauge_mul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4646" y="2724912"/>
            <a:ext cx="302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조준 게이지 2배 속도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293522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95528" y="2967228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안개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3203" y="2967228"/>
            <a:ext cx="86685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fog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4646" y="2967228"/>
            <a:ext cx="302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조준선이 판 위에서 사라진다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17754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85800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5528" y="3209544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단벌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3203" y="3209544"/>
            <a:ext cx="86685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darts_add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64646" y="3209544"/>
            <a:ext cx="302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다트 -1개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341985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5528" y="3451860"/>
            <a:ext cx="77308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금지 구역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3203" y="3451860"/>
            <a:ext cx="866851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sector_kill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64646" y="3451860"/>
            <a:ext cx="3023505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지정 칸 점수 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3904488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85800" y="390448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95528" y="3936492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둔화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3203" y="3936492"/>
            <a:ext cx="86685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seal_items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64646" y="3936492"/>
            <a:ext cx="302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스티커 1장 무작위 봉인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4146804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5528" y="4178808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높은 목표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33203" y="4178808"/>
            <a:ext cx="86685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target_mul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64646" y="4178808"/>
            <a:ext cx="302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목표 점수 1.25배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4389120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685800" y="438912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95528" y="4421124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그늘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3203" y="4421124"/>
            <a:ext cx="86685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color_kill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64646" y="4421124"/>
            <a:ext cx="302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먹색 칸 점수 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4631436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95528" y="4663440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민짜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33203" y="4663440"/>
            <a:ext cx="86685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ring_kill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64646" y="4663440"/>
            <a:ext cx="302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트리플 배수 무효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4873751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685800" y="4873751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95528" y="4905755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홀대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33203" y="4905755"/>
            <a:ext cx="86685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odd_mul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64646" y="4905755"/>
            <a:ext cx="302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홀수 칸 값 0.5배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85800" y="5116067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95528" y="5148071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돌린 판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3203" y="5148071"/>
            <a:ext cx="86685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spin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64646" y="5148071"/>
            <a:ext cx="302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판이 7칸 돌아간다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85800" y="5358383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685800" y="5358383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795528" y="5390387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빈손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33203" y="5390387"/>
            <a:ext cx="86685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reward_mul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64646" y="5390387"/>
            <a:ext cx="3023505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 판 보상 골드 0배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85800" y="5600699"/>
            <a:ext cx="5157216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345936" y="1847088"/>
            <a:ext cx="5157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착탄 영역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45936" y="2176272"/>
            <a:ext cx="5157216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455664" y="2221991"/>
            <a:ext cx="7730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영역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93339" y="2221991"/>
            <a:ext cx="9606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기본 점수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18550" y="2221991"/>
            <a:ext cx="292973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기본 배수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2482596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싱글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93339" y="2482596"/>
            <a:ext cx="96061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섹터 숫자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518550" y="2482596"/>
            <a:ext cx="292973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345936" y="2692908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6345936" y="2692908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6455664" y="2724912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더블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93339" y="2724912"/>
            <a:ext cx="96061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섹터 숫자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18550" y="2724912"/>
            <a:ext cx="292973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345936" y="2935224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6455664" y="2967228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트리플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93339" y="2967228"/>
            <a:ext cx="96061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섹터 숫자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18550" y="2967228"/>
            <a:ext cx="292973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345936" y="3177540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6345936" y="3177540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6455664" y="3209544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아우터 불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93339" y="3209544"/>
            <a:ext cx="96061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18550" y="3209544"/>
            <a:ext cx="292973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6345936" y="3419856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6455664" y="3451860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이너 불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393339" y="3451860"/>
            <a:ext cx="96061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18550" y="3451860"/>
            <a:ext cx="292973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345936" y="3662172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6345936" y="3662172"/>
            <a:ext cx="5157216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455664" y="3694176"/>
            <a:ext cx="7730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보드 아웃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93339" y="3694176"/>
            <a:ext cx="96061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18550" y="3694176"/>
            <a:ext cx="292973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345936" y="3904487"/>
            <a:ext cx="5157215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설비 ·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설비 7종 · 딱지 10종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설비 — 상점 왼쪽 벽, 앤티마다 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19229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3087" y="2221991"/>
            <a:ext cx="47696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7317" y="2221991"/>
            <a:ext cx="7842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6208" y="2221991"/>
            <a:ext cx="7842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앤티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098" y="2221991"/>
            <a:ext cx="1733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선행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482596"/>
            <a:ext cx="192296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진열대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3087" y="2482596"/>
            <a:ext cx="47696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매대 칸 +1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7317" y="2482596"/>
            <a:ext cx="78429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6208" y="2482596"/>
            <a:ext cx="78429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5098" y="2482596"/>
            <a:ext cx="173318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9290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5800" y="269290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95528" y="2724912"/>
            <a:ext cx="192296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긴 진열대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3087" y="2724912"/>
            <a:ext cx="47696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매대 칸 +1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7317" y="2724912"/>
            <a:ext cx="78429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6208" y="2724912"/>
            <a:ext cx="78429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5098" y="2724912"/>
            <a:ext cx="173318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v_shelf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29352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5528" y="2967228"/>
            <a:ext cx="192296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덤 새로고침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3087" y="2967228"/>
            <a:ext cx="47696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무료 새로고침 +1회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7317" y="2967228"/>
            <a:ext cx="78429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6208" y="2967228"/>
            <a:ext cx="78429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5098" y="2967228"/>
            <a:ext cx="173318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1775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85800" y="317754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95528" y="3209544"/>
            <a:ext cx="192296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저금통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3087" y="3209544"/>
            <a:ext cx="47696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이자 상한 +5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7317" y="3209544"/>
            <a:ext cx="78429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66208" y="3209544"/>
            <a:ext cx="78429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15098" y="3209544"/>
            <a:ext cx="173318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34198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95528" y="3451860"/>
            <a:ext cx="192296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침착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3087" y="3451860"/>
            <a:ext cx="47696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조준 게이지 속도 0.85배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7317" y="3451860"/>
            <a:ext cx="78429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66208" y="3451860"/>
            <a:ext cx="78429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15098" y="3451860"/>
            <a:ext cx="173318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36621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685800" y="3662172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95528" y="3694176"/>
            <a:ext cx="192296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더 침착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83087" y="3694176"/>
            <a:ext cx="47696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조준 게이지 속도 0.85배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7317" y="3694176"/>
            <a:ext cx="78429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66208" y="3694176"/>
            <a:ext cx="78429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15098" y="3694176"/>
            <a:ext cx="173318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v_aim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5800" y="390448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95528" y="3936491"/>
            <a:ext cx="192296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긴 탄창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83087" y="3936491"/>
            <a:ext cx="476963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다트 +1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17317" y="3936491"/>
            <a:ext cx="78429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66208" y="3936491"/>
            <a:ext cx="78429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15098" y="3936491"/>
            <a:ext cx="173318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5800" y="414680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85800" y="432053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딱지 — 소판·대판을 건너뛸 때만 받는다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5800" y="4649723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95528" y="4695443"/>
            <a:ext cx="20389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99062" y="4695443"/>
            <a:ext cx="56447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08381" y="4695443"/>
            <a:ext cx="16383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시점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11273" y="4695443"/>
            <a:ext cx="83701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앤티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5528" y="4956047"/>
            <a:ext cx="203894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삯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99062" y="4956047"/>
            <a:ext cx="564472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골드 +6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08381" y="4956047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now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11273" y="4956047"/>
            <a:ext cx="83701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85800" y="516635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85800" y="5166359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95528" y="5198363"/>
            <a:ext cx="203894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두둑한 삯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99062" y="5198363"/>
            <a:ext cx="564472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골드 +12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808381" y="5198363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now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11273" y="5198363"/>
            <a:ext cx="83701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85800" y="540867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795528" y="5440679"/>
            <a:ext cx="203894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여벌 다트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99062" y="5440679"/>
            <a:ext cx="564472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다트 +1개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08381" y="5440679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round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11273" y="5440679"/>
            <a:ext cx="83701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685800" y="5650991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685800" y="5650991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795528" y="5682995"/>
            <a:ext cx="203894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영역 승급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999062" y="5682995"/>
            <a:ext cx="564472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무작위 영역 강화 +1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08381" y="5682995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now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11273" y="5682995"/>
            <a:ext cx="83701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685800" y="589330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95528" y="5925311"/>
            <a:ext cx="203894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보급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99062" y="5925311"/>
            <a:ext cx="564472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소비 아이템 1장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808381" y="5925311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now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11273" y="5925311"/>
            <a:ext cx="83701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85800" y="613562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685800" y="6135623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795528" y="6167627"/>
            <a:ext cx="203894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견본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99062" y="6167627"/>
            <a:ext cx="564472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스티커 1장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08381" y="6167627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now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611273" y="6167627"/>
            <a:ext cx="83701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85800" y="637793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설비 · 딱지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딱지 — 소판·대판을 건너뛸 때만 받는다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64207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20389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9062" y="1709928"/>
            <a:ext cx="56447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8381" y="1709928"/>
            <a:ext cx="16383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1273" y="1709928"/>
            <a:ext cx="83701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앤티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970531"/>
            <a:ext cx="203894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무료 새로고침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062" y="1970531"/>
            <a:ext cx="564472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무료 새로고침 +2회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08381" y="1970531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1273" y="1970531"/>
            <a:ext cx="83701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18084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85800" y="218084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95528" y="2212848"/>
            <a:ext cx="203894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넓은 매대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9062" y="2212848"/>
            <a:ext cx="564472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매물 +2칸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8381" y="2212848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shop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1273" y="2212848"/>
            <a:ext cx="83701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242316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5528" y="2455164"/>
            <a:ext cx="203894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여유로운 선택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9062" y="2455164"/>
            <a:ext cx="564472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제약 선택지 +1장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08381" y="2455164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stage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1273" y="2455164"/>
            <a:ext cx="83701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266547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85800" y="266547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95528" y="2697480"/>
            <a:ext cx="2038942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외상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99062" y="2697480"/>
            <a:ext cx="5644726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물건 1개가 공짜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8381" y="2697480"/>
            <a:ext cx="163830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shop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1273" y="2697480"/>
            <a:ext cx="83701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290779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8단 · 앞 단을 완주하면 다음 단이 열린다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892807"/>
            <a:ext cx="86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리그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0744" y="1892807"/>
            <a:ext cx="11497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곡선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5125" y="1892807"/>
            <a:ext cx="11497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소판 골드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9505" y="1892807"/>
            <a:ext cx="11497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봉인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3886" y="1892807"/>
            <a:ext cx="11497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8267" y="1892807"/>
            <a:ext cx="11497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매대 가격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2647" y="1892807"/>
            <a:ext cx="11497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삭음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7028" y="1892807"/>
            <a:ext cx="17412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유지비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153412"/>
            <a:ext cx="86062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흰 리그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0744" y="2153412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5125" y="2153412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9505" y="2153412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3886" y="2153412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78267" y="2153412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2647" y="2153412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07028" y="2153412"/>
            <a:ext cx="174125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23637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85800" y="236372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5528" y="2395728"/>
            <a:ext cx="86062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초록 리그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0744" y="2395728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5125" y="2395728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9505" y="2395728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3886" y="2395728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78267" y="2395728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2647" y="2395728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7028" y="2395728"/>
            <a:ext cx="174125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26060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5528" y="2638044"/>
            <a:ext cx="86062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파랑 리그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0744" y="2638044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curve_a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35125" y="2638044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49505" y="2638044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63886" y="2638044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78267" y="2638044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2647" y="2638044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07028" y="2638044"/>
            <a:ext cx="174125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85800" y="28483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685800" y="284835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95528" y="2880360"/>
            <a:ext cx="86062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보라 리그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0744" y="2880360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curve_a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35125" y="2880360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49505" y="2880360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63886" y="2880360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78267" y="2880360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92647" y="2880360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07028" y="2880360"/>
            <a:ext cx="174125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85800" y="30906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95528" y="3122676"/>
            <a:ext cx="86062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붉은 리그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20744" y="3122676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curve_a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35125" y="3122676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49505" y="3122676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63886" y="3122676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-1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78267" y="3122676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92647" y="3122676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07028" y="3122676"/>
            <a:ext cx="174125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85800" y="333298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85800" y="333298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795528" y="3364992"/>
            <a:ext cx="86062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노랑 리그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20744" y="3364992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curve_b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35125" y="3364992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49505" y="3364992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63886" y="3364992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-1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78267" y="3364992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92647" y="3364992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07028" y="3364992"/>
            <a:ext cx="174125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85800" y="357530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95528" y="3607308"/>
            <a:ext cx="86062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주황 리그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20744" y="3607308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curve_b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35125" y="3607308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49505" y="3607308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763886" y="3607308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-1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267" y="3607308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×1.25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92647" y="3607308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07028" y="3607308"/>
            <a:ext cx="174125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85800" y="381762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685800" y="381762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795528" y="3849624"/>
            <a:ext cx="860624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검정 리그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0744" y="3849624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curve_b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35125" y="3849624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449505" y="3849624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763886" y="3849624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-1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78267" y="3849624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×1.25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92647" y="3849624"/>
            <a:ext cx="114978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707028" y="3849624"/>
            <a:ext cx="1741259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85800" y="405993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85800" y="4233672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곡선 base 는 기준 곡선, curve_a·curve_b 는 앤티 표의 가팔라진 열이다. 삭음은 산 스티커가 몇 판 뒤에 사라지는가, 유지비는 판마다 내는 골드다.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6종 · 직접 버프가 아니라 물건과 대가를 준다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892807"/>
            <a:ext cx="14031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3260" y="1892807"/>
            <a:ext cx="6976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25512" y="1892807"/>
            <a:ext cx="9328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시작 골드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2925" y="1892807"/>
            <a:ext cx="540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8404" y="1892807"/>
            <a:ext cx="7760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소비 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9044" y="1892807"/>
            <a:ext cx="54792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대가와 변화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153412"/>
            <a:ext cx="14031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기본 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3260" y="2153412"/>
            <a:ext cx="69766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5512" y="2153412"/>
            <a:ext cx="93282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2925" y="2153412"/>
            <a:ext cx="54088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8404" y="2153412"/>
            <a:ext cx="7760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9044" y="2153412"/>
            <a:ext cx="54792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23637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85800" y="236372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95528" y="2395728"/>
            <a:ext cx="14031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여벌 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3260" y="2395728"/>
            <a:ext cx="69766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25512" y="2395728"/>
            <a:ext cx="93282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2925" y="2395728"/>
            <a:ext cx="54088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8404" y="2395728"/>
            <a:ext cx="7760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9044" y="2395728"/>
            <a:ext cx="54792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추가 다트 1개로 시작하며, 남은 다트는 골드가 되지 않습니다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26060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95528" y="2638044"/>
            <a:ext cx="14031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넓은 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63260" y="2638044"/>
            <a:ext cx="69766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-1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25512" y="2638044"/>
            <a:ext cx="93282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2925" y="2638044"/>
            <a:ext cx="54088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8404" y="2638044"/>
            <a:ext cx="7760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9044" y="2638044"/>
            <a:ext cx="54792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추가 스티커 슬롯 1칸, 다트 1개 감소된 채 시작합니다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28483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85800" y="284835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95528" y="2880360"/>
            <a:ext cx="14031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선금 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63260" y="2880360"/>
            <a:ext cx="69766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25512" y="2880360"/>
            <a:ext cx="93282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2925" y="2880360"/>
            <a:ext cx="54088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8404" y="2880360"/>
            <a:ext cx="7760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69044" y="2880360"/>
            <a:ext cx="54792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추가 10골드, 소비 아이템 슬롯 1칸 감소된 채 시작합니다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85800" y="30906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95528" y="3122676"/>
            <a:ext cx="14031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일당 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63260" y="3122676"/>
            <a:ext cx="69766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25512" y="3122676"/>
            <a:ext cx="93282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22925" y="3122676"/>
            <a:ext cx="54088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8404" y="3122676"/>
            <a:ext cx="7760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69044" y="3122676"/>
            <a:ext cx="54792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이자를 받지 않으며, 남은 다트 1개당 2골드를 받습니다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" y="333298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85800" y="333298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95528" y="3364992"/>
            <a:ext cx="14031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미정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63260" y="3364992"/>
            <a:ext cx="69766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25512" y="3364992"/>
            <a:ext cx="93282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22925" y="3364992"/>
            <a:ext cx="54088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8404" y="3364992"/>
            <a:ext cx="7760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69044" y="3364992"/>
            <a:ext cx="547924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5800" y="357530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영역 강화 · 튜닝 상수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강화 5트랙 · 레벨당 증분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영역 강화 — 런 동안 유지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76272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2221991"/>
            <a:ext cx="183009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트랙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0217" y="2221991"/>
            <a:ext cx="23927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레벨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7510" y="2221991"/>
            <a:ext cx="23927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레벨당 점수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4804" y="2221991"/>
            <a:ext cx="35434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레벨당 배수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482596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싱글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0217" y="2482596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7510" y="2482596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 · 5 · 5 · 5 · 5 · 5 · 5 ·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4804" y="2482596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 · — · — · — · — · — · — · 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69290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85800" y="269290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5528" y="2724912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더블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0217" y="2724912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7510" y="2724912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 · 8 · 8 · 8 · 8 · 8 · 8 ·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4804" y="2724912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 · — · 1 · — · 1 · — · 1 · 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29352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95528" y="2967228"/>
            <a:ext cx="183009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트리플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0217" y="2967228"/>
            <a:ext cx="2392701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7510" y="2967228"/>
            <a:ext cx="2392701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 · 11 · 11 · 11 · 11 · 11 · 11 ·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4804" y="2967228"/>
            <a:ext cx="354348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 · — · 1 · — · 1 · — · 1 · —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34198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85800" y="3419856"/>
            <a:ext cx="10817352" cy="484632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5528" y="3451860"/>
            <a:ext cx="183009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0217" y="3451860"/>
            <a:ext cx="2392701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7510" y="3451860"/>
            <a:ext cx="2392701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40 · 40 · 40 · 40 · 40 · 40 · 40 · 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4804" y="3451860"/>
            <a:ext cx="3543483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 · 1 · 1 · 1 · 1 · 1 · 1 · 1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390448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5528" y="3936492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보드 아웃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90217" y="3936492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7510" y="3936492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 · 6 · 6 · 6 · 6 · 6 · 6 · 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4804" y="3936492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— · — · — · — · — · — · — · —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414680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튜닝 상수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4649724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95528" y="4695444"/>
            <a:ext cx="183009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90217" y="4695444"/>
            <a:ext cx="23927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47510" y="4695444"/>
            <a:ext cx="23927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04804" y="4695444"/>
            <a:ext cx="35434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" y="4956048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start_gold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90217" y="4956048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7510" y="4956048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clear_gold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04804" y="4956048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" y="516635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85800" y="5166359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95528" y="5198364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gold_per_dart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90217" y="5198364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47510" y="5198364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interest_per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04804" y="5198364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85800" y="5408675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95528" y="5440679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interest_max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90217" y="5440679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7510" y="5440679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sell_div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04804" y="5440679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85800" y="5650991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685800" y="5650991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95528" y="5682995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sell_min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90217" y="5682995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7510" y="5682995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free_rerolls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04804" y="5682995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85800" y="5893307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95528" y="5925311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reroll_base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90217" y="5925311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47510" y="5925311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reroll_step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04804" y="5925311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85800" y="6135623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685800" y="6135623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795528" y="6167627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max_items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90217" y="6167627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47510" y="6167627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darts_base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04804" y="6167627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85800" y="6377939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영역 강화 · 튜닝 상수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튜닝 상수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64207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183009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0217" y="1709928"/>
            <a:ext cx="23927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7510" y="1709928"/>
            <a:ext cx="23927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4804" y="1709928"/>
            <a:ext cx="35434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970531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cons_slots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0217" y="1970531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7510" y="1970531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curve_first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4804" y="1970531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18084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85800" y="218084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95528" y="2212848"/>
            <a:ext cx="183009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curve_last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0217" y="2212848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7510" y="2212848"/>
            <a:ext cx="2392701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4804" y="2212848"/>
            <a:ext cx="3543483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242316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목표 점수 — 흰 리그 24판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앤티 8 × 판 3. 목표 = 앤티 기준값 × 판 배수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solidFill>
            <a:srgbClr val="25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892807"/>
            <a:ext cx="11897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앤티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9867" y="1892807"/>
            <a:ext cx="157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작은 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892807"/>
            <a:ext cx="157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큰 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2532" y="1892807"/>
            <a:ext cx="157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보스 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58865" y="1892807"/>
            <a:ext cx="157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5197" y="1892807"/>
            <a:ext cx="2353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FFFFFF"/>
                </a:solidFill>
                <a:latin typeface="Paperlogy 6 SemiBold"/>
              </a:rPr>
              <a:t>보상 (소·대·보스)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153412"/>
            <a:ext cx="11897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9867" y="2153412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153412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2532" y="2153412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58865" y="2153412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5197" y="2153412"/>
            <a:ext cx="235309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 · 4 ·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236372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85800" y="2363724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95528" y="2395728"/>
            <a:ext cx="11897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9867" y="2395728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2395728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2532" y="2395728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8865" y="2395728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5197" y="2395728"/>
            <a:ext cx="235309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 · 4 · 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260604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95528" y="2638044"/>
            <a:ext cx="11897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9867" y="2638044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638044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2532" y="2638044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8865" y="2638044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5197" y="2638044"/>
            <a:ext cx="235309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 · 4 · 5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284835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85800" y="2848356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95528" y="2880360"/>
            <a:ext cx="11897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49867" y="2880360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86200" y="2880360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2532" y="2880360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552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58865" y="2880360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5197" y="2880360"/>
            <a:ext cx="235309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 · 4 · 5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85800" y="3090672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95528" y="3122676"/>
            <a:ext cx="11897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49867" y="3122676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569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3122676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2532" y="3122676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1139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58865" y="3122676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95197" y="3122676"/>
            <a:ext cx="235309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 · 4 · 5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" y="3332988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85800" y="3332988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95528" y="3364992"/>
            <a:ext cx="11897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9867" y="3364992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1132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86200" y="3364992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1698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2532" y="3364992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2265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58865" y="3364992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95197" y="3364992"/>
            <a:ext cx="235309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 · 4 · 5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5800" y="3575304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95528" y="3607308"/>
            <a:ext cx="11897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9867" y="3607308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2169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86200" y="3607308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3253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2532" y="3607308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4337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58865" y="3607308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95197" y="3607308"/>
            <a:ext cx="235309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 · 4 · 5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85800" y="3817620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685800" y="3817620"/>
            <a:ext cx="10817352" cy="242316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95528" y="3849624"/>
            <a:ext cx="1189747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171717"/>
                </a:solidFill>
                <a:latin typeface="Paperlogy 6 SemiBold"/>
              </a:rP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49867" y="3849624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4000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86200" y="3849624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6000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2532" y="3849624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8000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58865" y="3849624"/>
            <a:ext cx="157174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5197" y="3849624"/>
            <a:ext cx="2353090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3 · 4 · 5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85800" y="4059936"/>
            <a:ext cx="10817352" cy="0"/>
          </a:xfrm>
          <a:prstGeom prst="line">
            <a:avLst/>
          </a:prstGeom>
          <a:ln w="6350">
            <a:solidFill>
              <a:srgbClr val="E6E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