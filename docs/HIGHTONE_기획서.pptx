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3300984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용어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3–6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모으는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런과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상점과 런 바깥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기획 의도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7–9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줄 정의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실력 ×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443983" y="1335024"/>
          <a:ext cx="3300984" cy="44531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10–31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투척 흐름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공식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장갑과 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02167" y="1335024"/>
          <a:ext cx="3300984" cy="487832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재미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32–34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순서 설계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35–38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넘겼을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해금과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UI/UX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39–41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레이아웃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화면 전이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데이터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42–50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2/4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3/4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4/4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·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장갑 · 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 ·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강화 · 튜닝 상수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기본 점수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기본 점수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동전 · 다트 · 보드 확장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동전 슬롯에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동전을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동전이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한 판에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다트판의 모양를 바꾼다. 동전 슬롯을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기본 점수·배수를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다트  ·  보드 확장  ·  트랙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뱃지를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한 번. 보스 판 직전에 3장 중 1장을 고름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동전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동전은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다트통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테이블을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슬롯의 동전을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다트통과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상인  ·  골드  ·  이자  ·  다트통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동전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680459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판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351275"/>
            <a:ext cx="43205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동전 칸 · 다트 수 · 진열대 칸은 장갑과 다트통으로 늘어난다.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동전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기본 점수를, 빌드가 배수를 만듦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무장 없이 조준만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동전 순서가 값을 바꿈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동전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동전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다트통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다트통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장갑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뱃지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뱃지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 → 높이 → 좌우 → 발사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동전으로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구성으로 다시 채움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상점에서 사는 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쥔 다트에 표준이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다트통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가로선이 위아래로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눌러서 높이 고정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세로선이 좌우로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눌러서 좌우 고정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두 선이 만난 자리에 꽂힘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번 누르면 한 발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위아래로 오가는 가로선을 멈춰 높이를 정함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둘째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좌우로 오가는 세로선을 멈춰 좌우를 정함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꽂히는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만나는 점. 어긋남을 더하지 않음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없음. 같은 순간에 누르면 늘 같은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게이지를 흔드는 것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다트는 느려지고 가벼운 다트는 빨라짐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두 배로 빨라지고 「안개」는 선을 지움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「침착」을 사면 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직접 조절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중에 속도를 올리고 내릴 수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다트  ·  보스 제약  ·  빗나감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 · 조준 동전을 사면 바뀜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튕김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 연사 · 발마다 25%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562855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어떻게 얻는가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892040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동전을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동전과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동전  ·  다트  ·  상점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싱글 · 더블 · 트리플 · 불 · 판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가르는 거리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0.66 ~ 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 ~ 1.00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 초과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39369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아우터·이너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트랙 강화  ·  빗나감  ·  보드 확장  ·  보스 제약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7614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표시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76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7307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976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2627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855464"/>
          <a:ext cx="10817350" cy="8915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트랙 강화  ·  조준  ·  조건  ·  보드 확장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기본 점수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기본 점수가나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기본 점수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동전이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점수를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「기본 점수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기본 점수  ·  배수  ·  동전  ·  점수 정산 순서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정산이 도는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기본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순서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동전  ·  조건  ·  효과와 등급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동전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 ·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몇 장인가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동전 슬롯 다트통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동전 2 · 보드 확장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슬롯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동전  ·  상점  ·  골드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판정 조건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· 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언제나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double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zones2 두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효과와 등급  ·  착탄 영역  ·  정산 순서  ·  빗나감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· 배수 · 골드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1회마다 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무작위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+0~N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골드·조준 전용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전설은 가중치 0 이라 테이블에 안 뜬다.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상점  ·  골드  ·  점수 공식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· 희귀 · 레어 · 전설 네 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희귀도 4단 — 진열대에 뜨는 확률과 해금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골드 효과 8갈래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위험수당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고난도 명중 · 1/2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걸린 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효과  ·  상점  ·  골드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보드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다트판의 모양를 런 내내 바꿈 ·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보드 확장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테이블에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10817352" cy="10287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보드 확장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모양이 어긋남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트랙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기본 점수·배수를 올림 ·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6858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0358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364991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9502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4632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194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4864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사탕  ·  점수 공식  ·  다트  ·  뱃지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459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고른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뱃지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 · 정산에서 들어오고 상점에서 나감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다트통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· 보드 확장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상인  ·  정산 순서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열림 · 진열대 4칸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2 · 보드 확장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1칸 대체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벽 · 라운드당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동전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4종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5~7G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7~9G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리롤과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 (장갑)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「무료 리롤」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상인  ·  장갑  ·  동전  ·  뱃지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장갑과 뱃지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장갑 7종 · 뱃지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장갑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쥔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나오는가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뱃지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조준의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순간에 누르면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연습이 실력으로 남는 까닭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6172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어긋남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없음. 게이지를 멈춘 자리에 그대로 꽂힘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일정한 박자로 오감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그래서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외운 박자가 다음 판에서도 그대로 통함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96722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손의 난이도를 사고파는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296411"/>
          <a:ext cx="10817350" cy="13030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596164"/>
                <a:gridCol w="3461552"/>
                <a:gridCol w="475963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빨라짐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 (장갑)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느려짐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(제약)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배로 빨라짐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판에만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(제약)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안 보임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77316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빗나감은 흔한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02351"/>
          <a:ext cx="10817352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5.5% 로 줄어듦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「판벌이」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24.6% 로 줄어듦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 강화가 있으면 점수가 남음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조합의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— 보스 판 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크림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30.54%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지정색 증폭기 A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효과와 등급  ·  보드 확장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동전 슬롯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동전을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×배수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곱한다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4581144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삼중고·기본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3×2+4+4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동전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남은 다트 · 이자, 그리고 진열대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뱃지를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뱃지를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뱃지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다트통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 ·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다트통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/ 사탕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동전 슬롯으로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지급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확장 · 장갑 · 소비 ·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동전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동전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재상승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다트통마다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기본 × 판 배수 × 곡선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다트통  ·  동전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다음을 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다트통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다트통과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다트통.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다트통  ·  리그  ·  동전  ·  효과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동전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하나로 끝남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마우스가 하는 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812511"/>
                <a:gridCol w="4326940"/>
                <a:gridCol w="367789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언제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누름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자루를 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두 번 누름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높이와 좌우가 정해짐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날아가는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받음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기다림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「시작」 또는 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판에 들어가거나 뱃지를 받음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장 중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판에만 걸림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물건을 창구로 밀거나 누름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사고 팖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상점  ·  화면 전이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화면 열 개가 이어지는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사이 이동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10817350" cy="21259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뱃지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24판째 클리어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종료(완주)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종료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상인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동전 슬롯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트랙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보드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보드 확장 — 다트판의 모양을 바꿈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크기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 만들기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장갑 · 뱃지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장갑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뱃지 — 작은 판·큰 판을 건너뛸 때만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사탕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테이블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다트통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 해금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동전 슬롯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사탕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트랙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 1발당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기준 금액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판매가 나눗수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 첫값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리롤 증가폭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판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판 목표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