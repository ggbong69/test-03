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8745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개요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43983" y="1335024"/>
          <a:ext cx="3300984" cy="427939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9–28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장갑과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02167" y="1335024"/>
          <a:ext cx="3300984" cy="4732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29–31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보상과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조작과 화면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37–45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3/4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4/4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 ·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기본 점수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· 다트 · 보드 확장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동전 슬롯에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동전을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동전이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한 판에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다트판의 모양를 바꾼다. 동전 슬롯을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기본 점수·배수를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다트  ·  보드 확장  ·  트랙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한 번. 보스 판 직전에 3장 중 1장을 고름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동전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동전은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다트통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테이블을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슬롯의 동전을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다트통과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상인  ·  골드  ·  이자  ·  다트통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게임 개요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판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3308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80390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09260" y="4133087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동전  ·  리그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기본 점수를,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다트통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다트통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장갑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뱃지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뱃지  ·  골드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구성으로 다시 채움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쥔 다트에 표준이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다트통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가로선이 위아래로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높이 고정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세로선이 좌우로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좌우 고정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두 선이 만난 자리에 꽂힘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동전으로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게이지를 흔드는 것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다트는 느려지고 가벼운 다트는 빨라짐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두 배로 빨라지고 「안개」는 선을 지움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「침착」을 사면 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직접 조절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중에 속도를 올리고 내릴 수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빗나감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 · 조준 동전을 사면 바뀜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어떻게 얻는가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892040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동전을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동전과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동전  ·  다트  ·  상점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39369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트랙 강화  ·  빗나감  ·  보드 확장  ·  보스 제약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7614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표시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76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307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976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2627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855464"/>
          <a:ext cx="10817350" cy="8915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트랙 강화  ·  조준  ·  조건  ·  보드 확장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기본 점수가나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기본 점수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동전이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303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점수를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79018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193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1회마다 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무작위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+0~N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기본 점수  ·  배수  ·  동전  ·  점수 정산 순서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기본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순서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동전  ·  조건  ·  효과와 등급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동전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 ·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동전 슬롯 다트통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동전  ·  상점  ·  골드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판정 조건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· 희귀 · 레어 · 전설 네 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 — 진열대에 뜨는 확률과 해금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골드 효과 8갈래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상점  ·  골드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다트판의 모양를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테이블에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10817352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모양이 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트랙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기본 점수·배수를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6858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0358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364991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9502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4632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94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4864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사탕  ·  점수 공식  ·  다트  ·  뱃지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459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뱃지  ·  런 구조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다트통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· 보드 확장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상인  ·  정산 순서  ·  리그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벽 · 라운드당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리롤과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「무료 리롤」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상인  ·  장갑  ·  동전  ·  뱃지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장갑과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장갑 7종 · 뱃지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뱃지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순간에 누르면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연습이 실력으로 남는 까닭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6172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없음. 게이지를 멈춘 자리에 그대로 꽂힘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일정한 박자로 오감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그래서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외운 박자가 다음 판에서도 그대로 통함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9672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손의 난이도를 사고파는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6411"/>
          <a:ext cx="10817350" cy="1303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596164"/>
                <a:gridCol w="3461552"/>
                <a:gridCol w="475963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(제약)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배로 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안 보임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77316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빗나감은 흔한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02351"/>
          <a:ext cx="10817352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「판벌이」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 강화가 있으면 점수가 남음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효과와 등급  ·  보드 확장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슬롯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동전을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효과와 등급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보상과 해금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골드, 런을 넘기면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다트통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다트통과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8359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09260" y="4165091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다트통.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다트통  ·  리그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/ 사탕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동전 슬롯으로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 · 장갑 · 소비 ·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동전  ·  골드  ·  이자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동전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다트통  ·  동전  ·  골드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동전  ·  상점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조작과 화면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 · 화면 열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마우스가 하는 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812511"/>
                <a:gridCol w="4326940"/>
                <a:gridCol w="367789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누름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자루를 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두 번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높이와 좌우가 정해짐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날아가는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기다림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「시작」 또는 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판에 들어가거나 뱃지를 받음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장 중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판에만 걸림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물건을 창구로 밀거나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사고 팖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5876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87951"/>
          <a:ext cx="4320540" cy="6172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85876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187951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뱃지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상점  ·  레이아웃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동전 슬롯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— 다트판의 모양을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 만들기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장갑 ·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뱃지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사탕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테이블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동전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사탕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트랙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1발당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기준 금액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판매가 나눗수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 첫값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리롤 증가폭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판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판 목표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